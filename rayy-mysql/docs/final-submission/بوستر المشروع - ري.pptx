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70" r:id="rId2"/>
  </p:sldIdLst>
  <p:sldSz cx="15113000" cy="21374100"/>
  <p:notesSz cx="6858000" cy="9144000"/>
  <p:embeddedFontLst>
    <p:embeddedFont>
      <p:font typeface="Almarai" panose="020B0604020202020204" charset="-78"/>
      <p:regular r:id="rId4"/>
    </p:embeddedFont>
    <p:embeddedFont>
      <p:font typeface="Almarai Bold" panose="020B0604020202020204" charset="-78"/>
      <p:regular r:id="rId5"/>
      <p:bold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8B5D"/>
    <a:srgbClr val="F0F0F0"/>
    <a:srgbClr val="F4F1EB"/>
    <a:srgbClr val="154D5A"/>
    <a:srgbClr val="982A2D"/>
    <a:srgbClr val="3858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FBA80D-1A0B-4320-B04B-ECDA84EDAAF9}" v="2" dt="2025-04-09T05:32:59.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157" autoAdjust="0"/>
  </p:normalViewPr>
  <p:slideViewPr>
    <p:cSldViewPr>
      <p:cViewPr varScale="1">
        <p:scale>
          <a:sx n="30" d="100"/>
          <a:sy n="30" d="100"/>
        </p:scale>
        <p:origin x="331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microsoft.com/office/2016/11/relationships/changesInfo" Target="changesInfos/changesInfo1.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بتهال احمد العبلاني" userId="9fe0c18a-5347-4991-9e94-5b9e9b1a2438" providerId="ADAL" clId="{4BB5DB6F-A123-41E0-9323-02046CB8AE48}"/>
    <pc:docChg chg="modSld">
      <pc:chgData name="ابتهال احمد العبلاني" userId="9fe0c18a-5347-4991-9e94-5b9e9b1a2438" providerId="ADAL" clId="{4BB5DB6F-A123-41E0-9323-02046CB8AE48}" dt="2024-12-05T05:48:56.051" v="43" actId="478"/>
      <pc:docMkLst>
        <pc:docMk/>
      </pc:docMkLst>
      <pc:sldChg chg="addSp delSp modSp mod">
        <pc:chgData name="ابتهال احمد العبلاني" userId="9fe0c18a-5347-4991-9e94-5b9e9b1a2438" providerId="ADAL" clId="{4BB5DB6F-A123-41E0-9323-02046CB8AE48}" dt="2024-12-05T05:48:56.051" v="43" actId="478"/>
        <pc:sldMkLst>
          <pc:docMk/>
          <pc:sldMk cId="0" sldId="256"/>
        </pc:sldMkLst>
      </pc:sldChg>
    </pc:docChg>
  </pc:docChgLst>
  <pc:docChgLst>
    <pc:chgData name="ابتهال احمد العبلاني" userId="9fe0c18a-5347-4991-9e94-5b9e9b1a2438" providerId="ADAL" clId="{DE8C4D7B-E2D2-4F3D-9E0C-A8EC05EC8F3D}"/>
    <pc:docChg chg="undo custSel addSld modSld sldOrd">
      <pc:chgData name="ابتهال احمد العبلاني" userId="9fe0c18a-5347-4991-9e94-5b9e9b1a2438" providerId="ADAL" clId="{DE8C4D7B-E2D2-4F3D-9E0C-A8EC05EC8F3D}" dt="2024-12-09T15:45:42.786" v="4205" actId="14100"/>
      <pc:docMkLst>
        <pc:docMk/>
      </pc:docMkLst>
      <pc:sldChg chg="addSp delSp modSp mod modNotesTx">
        <pc:chgData name="ابتهال احمد العبلاني" userId="9fe0c18a-5347-4991-9e94-5b9e9b1a2438" providerId="ADAL" clId="{DE8C4D7B-E2D2-4F3D-9E0C-A8EC05EC8F3D}" dt="2024-12-09T15:45:42.786" v="4205" actId="14100"/>
        <pc:sldMkLst>
          <pc:docMk/>
          <pc:sldMk cId="0" sldId="256"/>
        </pc:sldMkLst>
      </pc:sldChg>
      <pc:sldChg chg="addSp delSp modSp add mod ord">
        <pc:chgData name="ابتهال احمد العبلاني" userId="9fe0c18a-5347-4991-9e94-5b9e9b1a2438" providerId="ADAL" clId="{DE8C4D7B-E2D2-4F3D-9E0C-A8EC05EC8F3D}" dt="2024-12-07T12:58:54.350" v="4013"/>
        <pc:sldMkLst>
          <pc:docMk/>
          <pc:sldMk cId="2708622578" sldId="257"/>
        </pc:sldMkLst>
      </pc:sldChg>
      <pc:sldChg chg="addSp delSp modSp add mod">
        <pc:chgData name="ابتهال احمد العبلاني" userId="9fe0c18a-5347-4991-9e94-5b9e9b1a2438" providerId="ADAL" clId="{DE8C4D7B-E2D2-4F3D-9E0C-A8EC05EC8F3D}" dt="2024-12-07T07:28:24.893" v="2801" actId="478"/>
        <pc:sldMkLst>
          <pc:docMk/>
          <pc:sldMk cId="1249055947" sldId="258"/>
        </pc:sldMkLst>
      </pc:sldChg>
      <pc:sldChg chg="addSp delSp modSp add mod ord">
        <pc:chgData name="ابتهال احمد العبلاني" userId="9fe0c18a-5347-4991-9e94-5b9e9b1a2438" providerId="ADAL" clId="{DE8C4D7B-E2D2-4F3D-9E0C-A8EC05EC8F3D}" dt="2024-12-07T13:01:09.298" v="4046" actId="1035"/>
        <pc:sldMkLst>
          <pc:docMk/>
          <pc:sldMk cId="4111755509" sldId="259"/>
        </pc:sldMkLst>
      </pc:sldChg>
      <pc:sldChg chg="addSp delSp modSp add mod">
        <pc:chgData name="ابتهال احمد العبلاني" userId="9fe0c18a-5347-4991-9e94-5b9e9b1a2438" providerId="ADAL" clId="{DE8C4D7B-E2D2-4F3D-9E0C-A8EC05EC8F3D}" dt="2024-12-07T15:44:01.144" v="4183" actId="1076"/>
        <pc:sldMkLst>
          <pc:docMk/>
          <pc:sldMk cId="1359831111" sldId="260"/>
        </pc:sldMkLst>
      </pc:sldChg>
    </pc:docChg>
  </pc:docChgLst>
  <pc:docChgLst>
    <pc:chgData name="ابتهال احمد العبلاني" userId="9fe0c18a-5347-4991-9e94-5b9e9b1a2438" providerId="ADAL" clId="{B485EDE4-71B2-43B0-B681-E7A1AB590223}"/>
    <pc:docChg chg="undo custSel modSld">
      <pc:chgData name="ابتهال احمد العبلاني" userId="9fe0c18a-5347-4991-9e94-5b9e9b1a2438" providerId="ADAL" clId="{B485EDE4-71B2-43B0-B681-E7A1AB590223}" dt="2024-12-26T09:26:56.709" v="1" actId="167"/>
      <pc:docMkLst>
        <pc:docMk/>
      </pc:docMkLst>
      <pc:sldChg chg="modSp mod">
        <pc:chgData name="ابتهال احمد العبلاني" userId="9fe0c18a-5347-4991-9e94-5b9e9b1a2438" providerId="ADAL" clId="{B485EDE4-71B2-43B0-B681-E7A1AB590223}" dt="2024-12-26T09:26:56.709" v="1" actId="167"/>
        <pc:sldMkLst>
          <pc:docMk/>
          <pc:sldMk cId="4111755509" sldId="259"/>
        </pc:sldMkLst>
      </pc:sldChg>
    </pc:docChg>
  </pc:docChgLst>
  <pc:docChgLst>
    <pc:chgData name="ابتهال احمد العبلاني" userId="9fe0c18a-5347-4991-9e94-5b9e9b1a2438" providerId="ADAL" clId="{1CFBA80D-1A0B-4320-B04B-ECDA84EDAAF9}"/>
    <pc:docChg chg="modSld">
      <pc:chgData name="ابتهال احمد العبلاني" userId="9fe0c18a-5347-4991-9e94-5b9e9b1a2438" providerId="ADAL" clId="{1CFBA80D-1A0B-4320-B04B-ECDA84EDAAF9}" dt="2025-04-09T05:33:42.698" v="251" actId="20577"/>
      <pc:docMkLst>
        <pc:docMk/>
      </pc:docMkLst>
      <pc:sldChg chg="addSp modSp mod">
        <pc:chgData name="ابتهال احمد العبلاني" userId="9fe0c18a-5347-4991-9e94-5b9e9b1a2438" providerId="ADAL" clId="{1CFBA80D-1A0B-4320-B04B-ECDA84EDAAF9}" dt="2025-04-09T05:33:42.698" v="251" actId="20577"/>
        <pc:sldMkLst>
          <pc:docMk/>
          <pc:sldMk cId="0" sldId="270"/>
        </pc:sldMkLst>
        <pc:spChg chg="add mod">
          <ac:chgData name="ابتهال احمد العبلاني" userId="9fe0c18a-5347-4991-9e94-5b9e9b1a2438" providerId="ADAL" clId="{1CFBA80D-1A0B-4320-B04B-ECDA84EDAAF9}" dt="2025-04-09T05:32:55.999" v="126" actId="1036"/>
          <ac:spMkLst>
            <pc:docMk/>
            <pc:sldMk cId="0" sldId="270"/>
            <ac:spMk id="5" creationId="{EAD88A8F-8A04-4D72-9275-E2326D946E7C}"/>
          </ac:spMkLst>
        </pc:spChg>
        <pc:spChg chg="add mod">
          <ac:chgData name="ابتهال احمد العبلاني" userId="9fe0c18a-5347-4991-9e94-5b9e9b1a2438" providerId="ADAL" clId="{1CFBA80D-1A0B-4320-B04B-ECDA84EDAAF9}" dt="2025-04-09T05:32:55.999" v="126" actId="1036"/>
          <ac:spMkLst>
            <pc:docMk/>
            <pc:sldMk cId="0" sldId="270"/>
            <ac:spMk id="6" creationId="{3F63DEAF-F49F-067A-4E14-F049A3853483}"/>
          </ac:spMkLst>
        </pc:spChg>
        <pc:spChg chg="add mod">
          <ac:chgData name="ابتهال احمد العبلاني" userId="9fe0c18a-5347-4991-9e94-5b9e9b1a2438" providerId="ADAL" clId="{1CFBA80D-1A0B-4320-B04B-ECDA84EDAAF9}" dt="2025-04-09T05:33:22.335" v="234" actId="20577"/>
          <ac:spMkLst>
            <pc:docMk/>
            <pc:sldMk cId="0" sldId="270"/>
            <ac:spMk id="12" creationId="{6E74E57C-516E-51A8-8950-6D69107191A1}"/>
          </ac:spMkLst>
        </pc:spChg>
        <pc:spChg chg="mod">
          <ac:chgData name="ابتهال احمد العبلاني" userId="9fe0c18a-5347-4991-9e94-5b9e9b1a2438" providerId="ADAL" clId="{1CFBA80D-1A0B-4320-B04B-ECDA84EDAAF9}" dt="2025-04-09T05:32:51.222" v="113" actId="1036"/>
          <ac:spMkLst>
            <pc:docMk/>
            <pc:sldMk cId="0" sldId="270"/>
            <ac:spMk id="25"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26" creationId="{00000000-0000-0000-0000-000000000000}"/>
          </ac:spMkLst>
        </pc:spChg>
        <pc:spChg chg="mod">
          <ac:chgData name="ابتهال احمد العبلاني" userId="9fe0c18a-5347-4991-9e94-5b9e9b1a2438" providerId="ADAL" clId="{1CFBA80D-1A0B-4320-B04B-ECDA84EDAAF9}" dt="2025-04-09T05:32:51.222" v="113" actId="1036"/>
          <ac:spMkLst>
            <pc:docMk/>
            <pc:sldMk cId="0" sldId="270"/>
            <ac:spMk id="27" creationId="{00000000-0000-0000-0000-000000000000}"/>
          </ac:spMkLst>
        </pc:spChg>
        <pc:spChg chg="mod">
          <ac:chgData name="ابتهال احمد العبلاني" userId="9fe0c18a-5347-4991-9e94-5b9e9b1a2438" providerId="ADAL" clId="{1CFBA80D-1A0B-4320-B04B-ECDA84EDAAF9}" dt="2025-04-09T05:33:42.698" v="251" actId="20577"/>
          <ac:spMkLst>
            <pc:docMk/>
            <pc:sldMk cId="0" sldId="270"/>
            <ac:spMk id="29"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37" creationId="{00000000-0000-0000-0000-000000000000}"/>
          </ac:spMkLst>
        </pc:spChg>
        <pc:spChg chg="mod">
          <ac:chgData name="ابتهال احمد العبلاني" userId="9fe0c18a-5347-4991-9e94-5b9e9b1a2438" providerId="ADAL" clId="{1CFBA80D-1A0B-4320-B04B-ECDA84EDAAF9}" dt="2025-04-09T05:33:32.733" v="238" actId="1036"/>
          <ac:spMkLst>
            <pc:docMk/>
            <pc:sldMk cId="0" sldId="270"/>
            <ac:spMk id="134" creationId="{16C6AB1F-256A-329C-CF3C-A92135A8E366}"/>
          </ac:spMkLst>
        </pc:spChg>
        <pc:grpChg chg="mod">
          <ac:chgData name="ابتهال احمد العبلاني" userId="9fe0c18a-5347-4991-9e94-5b9e9b1a2438" providerId="ADAL" clId="{1CFBA80D-1A0B-4320-B04B-ECDA84EDAAF9}" dt="2025-04-09T05:32:51.222" v="113" actId="1036"/>
          <ac:grpSpMkLst>
            <pc:docMk/>
            <pc:sldMk cId="0" sldId="270"/>
            <ac:grpSpMk id="7" creationId="{00000000-0000-0000-0000-000000000000}"/>
          </ac:grpSpMkLst>
        </pc:grpChg>
      </pc:sldChg>
    </pc:docChg>
  </pc:docChgLst>
  <pc:docChgLst>
    <pc:chgData name="ابتهال احمد العبلاني" userId="9fe0c18a-5347-4991-9e94-5b9e9b1a2438" providerId="ADAL" clId="{5C73037D-050B-49D4-879E-8F8F3A6713C4}"/>
    <pc:docChg chg="undo custSel addSld delSld modSld">
      <pc:chgData name="ابتهال احمد العبلاني" userId="9fe0c18a-5347-4991-9e94-5b9e9b1a2438" providerId="ADAL" clId="{5C73037D-050B-49D4-879E-8F8F3A6713C4}" dt="2025-02-08T14:05:24.293" v="1115" actId="1076"/>
      <pc:docMkLst>
        <pc:docMk/>
      </pc:docMkLst>
      <pc:sldChg chg="addSp delSp modSp mod">
        <pc:chgData name="ابتهال احمد العبلاني" userId="9fe0c18a-5347-4991-9e94-5b9e9b1a2438" providerId="ADAL" clId="{5C73037D-050B-49D4-879E-8F8F3A6713C4}" dt="2025-01-28T11:33:44.465" v="906" actId="1037"/>
        <pc:sldMkLst>
          <pc:docMk/>
          <pc:sldMk cId="0" sldId="256"/>
        </pc:sldMkLst>
      </pc:sldChg>
      <pc:sldChg chg="addSp delSp modSp mod">
        <pc:chgData name="ابتهال احمد العبلاني" userId="9fe0c18a-5347-4991-9e94-5b9e9b1a2438" providerId="ADAL" clId="{5C73037D-050B-49D4-879E-8F8F3A6713C4}" dt="2025-01-28T19:10:05.676" v="1114" actId="1035"/>
        <pc:sldMkLst>
          <pc:docMk/>
          <pc:sldMk cId="2708622578" sldId="257"/>
        </pc:sldMkLst>
      </pc:sldChg>
      <pc:sldChg chg="addSp delSp modSp mod">
        <pc:chgData name="ابتهال احمد العبلاني" userId="9fe0c18a-5347-4991-9e94-5b9e9b1a2438" providerId="ADAL" clId="{5C73037D-050B-49D4-879E-8F8F3A6713C4}" dt="2025-01-28T11:35:59.954" v="967" actId="1035"/>
        <pc:sldMkLst>
          <pc:docMk/>
          <pc:sldMk cId="1249055947" sldId="258"/>
        </pc:sldMkLst>
      </pc:sldChg>
      <pc:sldChg chg="addSp delSp modSp mod">
        <pc:chgData name="ابتهال احمد العبلاني" userId="9fe0c18a-5347-4991-9e94-5b9e9b1a2438" providerId="ADAL" clId="{5C73037D-050B-49D4-879E-8F8F3A6713C4}" dt="2025-01-28T11:54:14.561" v="1063" actId="1035"/>
        <pc:sldMkLst>
          <pc:docMk/>
          <pc:sldMk cId="4111755509" sldId="259"/>
        </pc:sldMkLst>
      </pc:sldChg>
      <pc:sldChg chg="addSp delSp modSp mod">
        <pc:chgData name="ابتهال احمد العبلاني" userId="9fe0c18a-5347-4991-9e94-5b9e9b1a2438" providerId="ADAL" clId="{5C73037D-050B-49D4-879E-8F8F3A6713C4}" dt="2025-01-28T11:58:33.387" v="1088" actId="1036"/>
        <pc:sldMkLst>
          <pc:docMk/>
          <pc:sldMk cId="1359831111" sldId="260"/>
        </pc:sldMkLst>
      </pc:sldChg>
      <pc:sldChg chg="addSp delSp modSp mod">
        <pc:chgData name="ابتهال احمد العبلاني" userId="9fe0c18a-5347-4991-9e94-5b9e9b1a2438" providerId="ADAL" clId="{5C73037D-050B-49D4-879E-8F8F3A6713C4}" dt="2025-01-28T15:21:34.999" v="1107" actId="1038"/>
        <pc:sldMkLst>
          <pc:docMk/>
          <pc:sldMk cId="0" sldId="267"/>
        </pc:sldMkLst>
      </pc:sldChg>
      <pc:sldChg chg="addSp delSp modSp mod">
        <pc:chgData name="ابتهال احمد العبلاني" userId="9fe0c18a-5347-4991-9e94-5b9e9b1a2438" providerId="ADAL" clId="{5C73037D-050B-49D4-879E-8F8F3A6713C4}" dt="2025-01-28T11:48:07.262" v="1052" actId="1036"/>
        <pc:sldMkLst>
          <pc:docMk/>
          <pc:sldMk cId="613095122" sldId="268"/>
        </pc:sldMkLst>
      </pc:sldChg>
      <pc:sldChg chg="addSp delSp modSp mod">
        <pc:chgData name="ابتهال احمد العبلاني" userId="9fe0c18a-5347-4991-9e94-5b9e9b1a2438" providerId="ADAL" clId="{5C73037D-050B-49D4-879E-8F8F3A6713C4}" dt="2025-01-28T11:46:32.593" v="1027" actId="1038"/>
        <pc:sldMkLst>
          <pc:docMk/>
          <pc:sldMk cId="2078004636" sldId="269"/>
        </pc:sldMkLst>
      </pc:sldChg>
      <pc:sldChg chg="addSp delSp modSp mod">
        <pc:chgData name="ابتهال احمد العبلاني" userId="9fe0c18a-5347-4991-9e94-5b9e9b1a2438" providerId="ADAL" clId="{5C73037D-050B-49D4-879E-8F8F3A6713C4}" dt="2025-02-08T14:05:24.293" v="1115" actId="1076"/>
        <pc:sldMkLst>
          <pc:docMk/>
          <pc:sldMk cId="0" sldId="270"/>
        </pc:sldMkLst>
        <pc:spChg chg="mod">
          <ac:chgData name="ابتهال احمد العبلاني" userId="9fe0c18a-5347-4991-9e94-5b9e9b1a2438" providerId="ADAL" clId="{5C73037D-050B-49D4-879E-8F8F3A6713C4}" dt="2025-01-26T16:49:19.284" v="2" actId="207"/>
          <ac:spMkLst>
            <pc:docMk/>
            <pc:sldMk cId="0" sldId="270"/>
            <ac:spMk id="3" creationId="{00000000-0000-0000-0000-000000000000}"/>
          </ac:spMkLst>
        </pc:spChg>
        <pc:spChg chg="mod">
          <ac:chgData name="ابتهال احمد العبلاني" userId="9fe0c18a-5347-4991-9e94-5b9e9b1a2438" providerId="ADAL" clId="{5C73037D-050B-49D4-879E-8F8F3A6713C4}" dt="2025-01-26T16:52:32.587" v="24" actId="14100"/>
          <ac:spMkLst>
            <pc:docMk/>
            <pc:sldMk cId="0" sldId="270"/>
            <ac:spMk id="4" creationId="{00000000-0000-0000-0000-000000000000}"/>
          </ac:spMkLst>
        </pc:spChg>
        <pc:spChg chg="mod">
          <ac:chgData name="ابتهال احمد العبلاني" userId="9fe0c18a-5347-4991-9e94-5b9e9b1a2438" providerId="ADAL" clId="{5C73037D-050B-49D4-879E-8F8F3A6713C4}" dt="2025-01-26T16:52:00.072" v="16" actId="207"/>
          <ac:spMkLst>
            <pc:docMk/>
            <pc:sldMk cId="0" sldId="270"/>
            <ac:spMk id="8"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18" creationId="{00000000-0000-0000-0000-000000000000}"/>
          </ac:spMkLst>
        </pc:spChg>
        <pc:spChg chg="mod">
          <ac:chgData name="ابتهال احمد العبلاني" userId="9fe0c18a-5347-4991-9e94-5b9e9b1a2438" providerId="ADAL" clId="{5C73037D-050B-49D4-879E-8F8F3A6713C4}" dt="2025-01-26T16:55:01.161" v="50" actId="207"/>
          <ac:spMkLst>
            <pc:docMk/>
            <pc:sldMk cId="0" sldId="270"/>
            <ac:spMk id="19" creationId="{00000000-0000-0000-0000-000000000000}"/>
          </ac:spMkLst>
        </pc:spChg>
        <pc:spChg chg="mod">
          <ac:chgData name="ابتهال احمد العبلاني" userId="9fe0c18a-5347-4991-9e94-5b9e9b1a2438" providerId="ADAL" clId="{5C73037D-050B-49D4-879E-8F8F3A6713C4}" dt="2025-01-26T16:54:57.779" v="49" actId="207"/>
          <ac:spMkLst>
            <pc:docMk/>
            <pc:sldMk cId="0" sldId="270"/>
            <ac:spMk id="20"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22"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23" creationId="{00000000-0000-0000-0000-000000000000}"/>
          </ac:spMkLst>
        </pc:spChg>
        <pc:spChg chg="mod">
          <ac:chgData name="ابتهال احمد العبلاني" userId="9fe0c18a-5347-4991-9e94-5b9e9b1a2438" providerId="ADAL" clId="{5C73037D-050B-49D4-879E-8F8F3A6713C4}" dt="2025-01-26T16:55:13.512" v="53" actId="207"/>
          <ac:spMkLst>
            <pc:docMk/>
            <pc:sldMk cId="0" sldId="270"/>
            <ac:spMk id="24" creationId="{00000000-0000-0000-0000-000000000000}"/>
          </ac:spMkLst>
        </pc:spChg>
        <pc:spChg chg="mod">
          <ac:chgData name="ابتهال احمد العبلاني" userId="9fe0c18a-5347-4991-9e94-5b9e9b1a2438" providerId="ADAL" clId="{5C73037D-050B-49D4-879E-8F8F3A6713C4}" dt="2025-01-26T16:51:51.915" v="15" actId="207"/>
          <ac:spMkLst>
            <pc:docMk/>
            <pc:sldMk cId="0" sldId="270"/>
            <ac:spMk id="25" creationId="{00000000-0000-0000-0000-000000000000}"/>
          </ac:spMkLst>
        </pc:spChg>
        <pc:spChg chg="mod">
          <ac:chgData name="ابتهال احمد العبلاني" userId="9fe0c18a-5347-4991-9e94-5b9e9b1a2438" providerId="ADAL" clId="{5C73037D-050B-49D4-879E-8F8F3A6713C4}" dt="2025-01-26T16:53:30.498" v="27" actId="207"/>
          <ac:spMkLst>
            <pc:docMk/>
            <pc:sldMk cId="0" sldId="270"/>
            <ac:spMk id="26" creationId="{00000000-0000-0000-0000-000000000000}"/>
          </ac:spMkLst>
        </pc:spChg>
        <pc:spChg chg="mod">
          <ac:chgData name="ابتهال احمد العبلاني" userId="9fe0c18a-5347-4991-9e94-5b9e9b1a2438" providerId="ADAL" clId="{5C73037D-050B-49D4-879E-8F8F3A6713C4}" dt="2025-01-26T16:53:26.574" v="26" actId="20577"/>
          <ac:spMkLst>
            <pc:docMk/>
            <pc:sldMk cId="0" sldId="270"/>
            <ac:spMk id="27" creationId="{00000000-0000-0000-0000-000000000000}"/>
          </ac:spMkLst>
        </pc:spChg>
        <pc:spChg chg="mod">
          <ac:chgData name="ابتهال احمد العبلاني" userId="9fe0c18a-5347-4991-9e94-5b9e9b1a2438" providerId="ADAL" clId="{5C73037D-050B-49D4-879E-8F8F3A6713C4}" dt="2025-01-26T16:55:11.507" v="52" actId="207"/>
          <ac:spMkLst>
            <pc:docMk/>
            <pc:sldMk cId="0" sldId="270"/>
            <ac:spMk id="28" creationId="{00000000-0000-0000-0000-000000000000}"/>
          </ac:spMkLst>
        </pc:spChg>
        <pc:spChg chg="mod">
          <ac:chgData name="ابتهال احمد العبلاني" userId="9fe0c18a-5347-4991-9e94-5b9e9b1a2438" providerId="ADAL" clId="{5C73037D-050B-49D4-879E-8F8F3A6713C4}" dt="2025-01-28T11:45:28.283" v="994" actId="1038"/>
          <ac:spMkLst>
            <pc:docMk/>
            <pc:sldMk cId="0" sldId="270"/>
            <ac:spMk id="29"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1"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2" creationId="{00000000-0000-0000-0000-000000000000}"/>
          </ac:spMkLst>
        </pc:spChg>
        <pc:spChg chg="mod">
          <ac:chgData name="ابتهال احمد العبلاني" userId="9fe0c18a-5347-4991-9e94-5b9e9b1a2438" providerId="ADAL" clId="{5C73037D-050B-49D4-879E-8F8F3A6713C4}" dt="2025-01-26T17:56:51.306" v="779" actId="207"/>
          <ac:spMkLst>
            <pc:docMk/>
            <pc:sldMk cId="0" sldId="270"/>
            <ac:spMk id="33" creationId="{00000000-0000-0000-0000-000000000000}"/>
          </ac:spMkLst>
        </pc:spChg>
        <pc:spChg chg="add mod">
          <ac:chgData name="ابتهال احمد العبلاني" userId="9fe0c18a-5347-4991-9e94-5b9e9b1a2438" providerId="ADAL" clId="{5C73037D-050B-49D4-879E-8F8F3A6713C4}" dt="2025-01-26T16:54:12.241" v="39" actId="1076"/>
          <ac:spMkLst>
            <pc:docMk/>
            <pc:sldMk cId="0" sldId="270"/>
            <ac:spMk id="134" creationId="{16C6AB1F-256A-329C-CF3C-A92135A8E366}"/>
          </ac:spMkLst>
        </pc:spChg>
        <pc:spChg chg="add mod">
          <ac:chgData name="ابتهال احمد العبلاني" userId="9fe0c18a-5347-4991-9e94-5b9e9b1a2438" providerId="ADAL" clId="{5C73037D-050B-49D4-879E-8F8F3A6713C4}" dt="2025-01-28T11:27:06.711" v="861" actId="1076"/>
          <ac:spMkLst>
            <pc:docMk/>
            <pc:sldMk cId="0" sldId="270"/>
            <ac:spMk id="136" creationId="{875951CE-AE4F-3F73-A590-3A10FC9F26B5}"/>
          </ac:spMkLst>
        </pc:spChg>
        <pc:spChg chg="mod">
          <ac:chgData name="ابتهال احمد العبلاني" userId="9fe0c18a-5347-4991-9e94-5b9e9b1a2438" providerId="ADAL" clId="{5C73037D-050B-49D4-879E-8F8F3A6713C4}" dt="2025-01-26T16:57:50.876" v="104"/>
          <ac:spMkLst>
            <pc:docMk/>
            <pc:sldMk cId="0" sldId="270"/>
            <ac:spMk id="138" creationId="{B8FB6E0D-EA7C-D733-4329-13DE3CE74386}"/>
          </ac:spMkLst>
        </pc:spChg>
        <pc:spChg chg="mod">
          <ac:chgData name="ابتهال احمد العبلاني" userId="9fe0c18a-5347-4991-9e94-5b9e9b1a2438" providerId="ADAL" clId="{5C73037D-050B-49D4-879E-8F8F3A6713C4}" dt="2025-01-26T16:58:23.815" v="116"/>
          <ac:spMkLst>
            <pc:docMk/>
            <pc:sldMk cId="0" sldId="270"/>
            <ac:spMk id="140" creationId="{9E4BEB39-BA3F-5226-310F-B2B89BC2C775}"/>
          </ac:spMkLst>
        </pc:spChg>
        <pc:spChg chg="add mod">
          <ac:chgData name="ابتهال احمد العبلاني" userId="9fe0c18a-5347-4991-9e94-5b9e9b1a2438" providerId="ADAL" clId="{5C73037D-050B-49D4-879E-8F8F3A6713C4}" dt="2025-01-28T11:28:50.221" v="891" actId="1036"/>
          <ac:spMkLst>
            <pc:docMk/>
            <pc:sldMk cId="0" sldId="270"/>
            <ac:spMk id="141" creationId="{AAEDBC5D-01EA-8EBD-75FD-23E7A8F5894F}"/>
          </ac:spMkLst>
        </pc:spChg>
        <pc:spChg chg="add mod">
          <ac:chgData name="ابتهال احمد العبلاني" userId="9fe0c18a-5347-4991-9e94-5b9e9b1a2438" providerId="ADAL" clId="{5C73037D-050B-49D4-879E-8F8F3A6713C4}" dt="2025-01-28T11:28:50.221" v="891" actId="1036"/>
          <ac:spMkLst>
            <pc:docMk/>
            <pc:sldMk cId="0" sldId="270"/>
            <ac:spMk id="142" creationId="{798876FB-E590-3C03-C884-8B70C04B4635}"/>
          </ac:spMkLst>
        </pc:spChg>
        <pc:spChg chg="add mod">
          <ac:chgData name="ابتهال احمد العبلاني" userId="9fe0c18a-5347-4991-9e94-5b9e9b1a2438" providerId="ADAL" clId="{5C73037D-050B-49D4-879E-8F8F3A6713C4}" dt="2025-01-28T11:28:50.221" v="891" actId="1036"/>
          <ac:spMkLst>
            <pc:docMk/>
            <pc:sldMk cId="0" sldId="270"/>
            <ac:spMk id="144" creationId="{12245288-48DD-16E0-6449-70F6E50C79C8}"/>
          </ac:spMkLst>
        </pc:spChg>
        <pc:grpChg chg="mod">
          <ac:chgData name="ابتهال احمد العبلاني" userId="9fe0c18a-5347-4991-9e94-5b9e9b1a2438" providerId="ADAL" clId="{5C73037D-050B-49D4-879E-8F8F3A6713C4}" dt="2025-01-26T16:49:19.284" v="2" actId="207"/>
          <ac:grpSpMkLst>
            <pc:docMk/>
            <pc:sldMk cId="0" sldId="270"/>
            <ac:grpSpMk id="2" creationId="{00000000-0000-0000-0000-000000000000}"/>
          </ac:grpSpMkLst>
        </pc:grpChg>
        <pc:grpChg chg="mod">
          <ac:chgData name="ابتهال احمد العبلاني" userId="9fe0c18a-5347-4991-9e94-5b9e9b1a2438" providerId="ADAL" clId="{5C73037D-050B-49D4-879E-8F8F3A6713C4}" dt="2025-01-26T16:52:00.072" v="16" actId="207"/>
          <ac:grpSpMkLst>
            <pc:docMk/>
            <pc:sldMk cId="0" sldId="270"/>
            <ac:grpSpMk id="7" creationId="{00000000-0000-0000-0000-000000000000}"/>
          </ac:grpSpMkLst>
        </pc:grpChg>
        <pc:grpChg chg="add mod">
          <ac:chgData name="ابتهال احمد العبلاني" userId="9fe0c18a-5347-4991-9e94-5b9e9b1a2438" providerId="ADAL" clId="{5C73037D-050B-49D4-879E-8F8F3A6713C4}" dt="2025-02-08T14:05:24.293" v="1115" actId="1076"/>
          <ac:grpSpMkLst>
            <pc:docMk/>
            <pc:sldMk cId="0" sldId="270"/>
            <ac:grpSpMk id="137" creationId="{D64B39EB-5BEF-9489-83AB-B8F9177050E8}"/>
          </ac:grpSpMkLst>
        </pc:grpChg>
        <pc:grpChg chg="add mod">
          <ac:chgData name="ابتهال احمد العبلاني" userId="9fe0c18a-5347-4991-9e94-5b9e9b1a2438" providerId="ADAL" clId="{5C73037D-050B-49D4-879E-8F8F3A6713C4}" dt="2025-01-26T16:58:45.195" v="123" actId="1037"/>
          <ac:grpSpMkLst>
            <pc:docMk/>
            <pc:sldMk cId="0" sldId="270"/>
            <ac:grpSpMk id="139" creationId="{8357A6E7-008A-E606-D444-BF648A0C6B56}"/>
          </ac:grpSpMkLst>
        </pc:grpChg>
      </pc:sldChg>
      <pc:sldChg chg="addSp delSp modSp mod">
        <pc:chgData name="ابتهال احمد العبلاني" userId="9fe0c18a-5347-4991-9e94-5b9e9b1a2438" providerId="ADAL" clId="{5C73037D-050B-49D4-879E-8F8F3A6713C4}" dt="2025-01-28T11:39:00.082" v="986" actId="1036"/>
        <pc:sldMkLst>
          <pc:docMk/>
          <pc:sldMk cId="1920102846" sldId="273"/>
        </pc:sldMkLst>
      </pc:sldChg>
      <pc:sldChg chg="addSp delSp modSp mod">
        <pc:chgData name="ابتهال احمد العبلاني" userId="9fe0c18a-5347-4991-9e94-5b9e9b1a2438" providerId="ADAL" clId="{5C73037D-050B-49D4-879E-8F8F3A6713C4}" dt="2025-01-28T11:56:39.781" v="1066" actId="113"/>
        <pc:sldMkLst>
          <pc:docMk/>
          <pc:sldMk cId="0" sldId="274"/>
        </pc:sldMkLst>
      </pc:sldChg>
      <pc:sldChg chg="modSp add del mod">
        <pc:chgData name="ابتهال احمد العبلاني" userId="9fe0c18a-5347-4991-9e94-5b9e9b1a2438" providerId="ADAL" clId="{5C73037D-050B-49D4-879E-8F8F3A6713C4}" dt="2025-01-26T16:59:31.732" v="127" actId="47"/>
        <pc:sldMkLst>
          <pc:docMk/>
          <pc:sldMk cId="351020266" sldId="275"/>
        </pc:sldMkLst>
      </pc:sldChg>
    </pc:docChg>
  </pc:docChgLst>
  <pc:docChgLst>
    <pc:chgData name="ابتهال احمد العبلاني" userId="9fe0c18a-5347-4991-9e94-5b9e9b1a2438" providerId="ADAL" clId="{5E26D95C-B66B-4A93-BCBB-C16DF8F667C8}"/>
    <pc:docChg chg="undo custSel addSld delSld modSld sldOrd">
      <pc:chgData name="ابتهال احمد العبلاني" userId="9fe0c18a-5347-4991-9e94-5b9e9b1a2438" providerId="ADAL" clId="{5E26D95C-B66B-4A93-BCBB-C16DF8F667C8}" dt="2025-01-15T13:18:59.854" v="99" actId="47"/>
      <pc:docMkLst>
        <pc:docMk/>
      </pc:docMkLst>
      <pc:sldChg chg="delSp mod">
        <pc:chgData name="ابتهال احمد العبلاني" userId="9fe0c18a-5347-4991-9e94-5b9e9b1a2438" providerId="ADAL" clId="{5E26D95C-B66B-4A93-BCBB-C16DF8F667C8}" dt="2025-01-15T12:13:39.719" v="1" actId="478"/>
        <pc:sldMkLst>
          <pc:docMk/>
          <pc:sldMk cId="0" sldId="256"/>
        </pc:sldMkLst>
      </pc:sldChg>
      <pc:sldChg chg="del">
        <pc:chgData name="ابتهال احمد العبلاني" userId="9fe0c18a-5347-4991-9e94-5b9e9b1a2438" providerId="ADAL" clId="{5E26D95C-B66B-4A93-BCBB-C16DF8F667C8}" dt="2025-01-15T12:14:00.646" v="2" actId="47"/>
        <pc:sldMkLst>
          <pc:docMk/>
          <pc:sldMk cId="2708622578" sldId="257"/>
        </pc:sldMkLst>
      </pc:sldChg>
      <pc:sldChg chg="addSp modSp">
        <pc:chgData name="ابتهال احمد العبلاني" userId="9fe0c18a-5347-4991-9e94-5b9e9b1a2438" providerId="ADAL" clId="{5E26D95C-B66B-4A93-BCBB-C16DF8F667C8}" dt="2025-01-15T12:14:42.465" v="5"/>
        <pc:sldMkLst>
          <pc:docMk/>
          <pc:sldMk cId="1249055947" sldId="258"/>
        </pc:sldMkLst>
      </pc:sldChg>
      <pc:sldChg chg="del">
        <pc:chgData name="ابتهال احمد العبلاني" userId="9fe0c18a-5347-4991-9e94-5b9e9b1a2438" providerId="ADAL" clId="{5E26D95C-B66B-4A93-BCBB-C16DF8F667C8}" dt="2025-01-15T12:14:02.439" v="3" actId="47"/>
        <pc:sldMkLst>
          <pc:docMk/>
          <pc:sldMk cId="1359831111" sldId="260"/>
        </pc:sldMkLst>
      </pc:sldChg>
      <pc:sldChg chg="new del">
        <pc:chgData name="ابتهال احمد العبلاني" userId="9fe0c18a-5347-4991-9e94-5b9e9b1a2438" providerId="ADAL" clId="{5E26D95C-B66B-4A93-BCBB-C16DF8F667C8}" dt="2025-01-15T12:23:39.143" v="90" actId="47"/>
        <pc:sldMkLst>
          <pc:docMk/>
          <pc:sldMk cId="3606210075" sldId="260"/>
        </pc:sldMkLst>
      </pc:sldChg>
      <pc:sldChg chg="add">
        <pc:chgData name="ابتهال احمد العبلاني" userId="9fe0c18a-5347-4991-9e94-5b9e9b1a2438" providerId="ADAL" clId="{5E26D95C-B66B-4A93-BCBB-C16DF8F667C8}" dt="2025-01-15T12:14:58.601" v="7"/>
        <pc:sldMkLst>
          <pc:docMk/>
          <pc:sldMk cId="0" sldId="261"/>
        </pc:sldMkLst>
      </pc:sldChg>
      <pc:sldChg chg="add del">
        <pc:chgData name="ابتهال احمد العبلاني" userId="9fe0c18a-5347-4991-9e94-5b9e9b1a2438" providerId="ADAL" clId="{5E26D95C-B66B-4A93-BCBB-C16DF8F667C8}" dt="2025-01-15T12:15:28.029" v="10"/>
        <pc:sldMkLst>
          <pc:docMk/>
          <pc:sldMk cId="0" sldId="262"/>
        </pc:sldMkLst>
      </pc:sldChg>
      <pc:sldChg chg="add">
        <pc:chgData name="ابتهال احمد العبلاني" userId="9fe0c18a-5347-4991-9e94-5b9e9b1a2438" providerId="ADAL" clId="{5E26D95C-B66B-4A93-BCBB-C16DF8F667C8}" dt="2025-01-15T12:15:54.664" v="11"/>
        <pc:sldMkLst>
          <pc:docMk/>
          <pc:sldMk cId="0" sldId="263"/>
        </pc:sldMkLst>
      </pc:sldChg>
      <pc:sldChg chg="add">
        <pc:chgData name="ابتهال احمد العبلاني" userId="9fe0c18a-5347-4991-9e94-5b9e9b1a2438" providerId="ADAL" clId="{5E26D95C-B66B-4A93-BCBB-C16DF8F667C8}" dt="2025-01-15T12:16:50.797" v="12"/>
        <pc:sldMkLst>
          <pc:docMk/>
          <pc:sldMk cId="0" sldId="264"/>
        </pc:sldMkLst>
      </pc:sldChg>
      <pc:sldChg chg="add">
        <pc:chgData name="ابتهال احمد العبلاني" userId="9fe0c18a-5347-4991-9e94-5b9e9b1a2438" providerId="ADAL" clId="{5E26D95C-B66B-4A93-BCBB-C16DF8F667C8}" dt="2025-01-15T12:17:01.411" v="13"/>
        <pc:sldMkLst>
          <pc:docMk/>
          <pc:sldMk cId="0" sldId="265"/>
        </pc:sldMkLst>
      </pc:sldChg>
      <pc:sldChg chg="addSp delSp modSp add mod">
        <pc:chgData name="ابتهال احمد العبلاني" userId="9fe0c18a-5347-4991-9e94-5b9e9b1a2438" providerId="ADAL" clId="{5E26D95C-B66B-4A93-BCBB-C16DF8F667C8}" dt="2025-01-15T12:19:28.264" v="77" actId="1037"/>
        <pc:sldMkLst>
          <pc:docMk/>
          <pc:sldMk cId="0" sldId="266"/>
        </pc:sldMkLst>
      </pc:sldChg>
      <pc:sldChg chg="add ord">
        <pc:chgData name="ابتهال احمد العبلاني" userId="9fe0c18a-5347-4991-9e94-5b9e9b1a2438" providerId="ADAL" clId="{5E26D95C-B66B-4A93-BCBB-C16DF8F667C8}" dt="2025-01-15T13:03:29.070" v="93"/>
        <pc:sldMkLst>
          <pc:docMk/>
          <pc:sldMk cId="0" sldId="267"/>
        </pc:sldMkLst>
      </pc:sldChg>
      <pc:sldChg chg="add">
        <pc:chgData name="ابتهال احمد العبلاني" userId="9fe0c18a-5347-4991-9e94-5b9e9b1a2438" providerId="ADAL" clId="{5E26D95C-B66B-4A93-BCBB-C16DF8F667C8}" dt="2025-01-15T12:20:31.367" v="83"/>
        <pc:sldMkLst>
          <pc:docMk/>
          <pc:sldMk cId="0" sldId="268"/>
        </pc:sldMkLst>
      </pc:sldChg>
      <pc:sldChg chg="add">
        <pc:chgData name="ابتهال احمد العبلاني" userId="9fe0c18a-5347-4991-9e94-5b9e9b1a2438" providerId="ADAL" clId="{5E26D95C-B66B-4A93-BCBB-C16DF8F667C8}" dt="2025-01-15T12:20:47.370" v="84"/>
        <pc:sldMkLst>
          <pc:docMk/>
          <pc:sldMk cId="0" sldId="269"/>
        </pc:sldMkLst>
      </pc:sldChg>
      <pc:sldChg chg="add">
        <pc:chgData name="ابتهال احمد العبلاني" userId="9fe0c18a-5347-4991-9e94-5b9e9b1a2438" providerId="ADAL" clId="{5E26D95C-B66B-4A93-BCBB-C16DF8F667C8}" dt="2025-01-15T12:21:07.460" v="85"/>
        <pc:sldMkLst>
          <pc:docMk/>
          <pc:sldMk cId="0" sldId="270"/>
        </pc:sldMkLst>
      </pc:sldChg>
      <pc:sldChg chg="add del">
        <pc:chgData name="ابتهال احمد العبلاني" userId="9fe0c18a-5347-4991-9e94-5b9e9b1a2438" providerId="ADAL" clId="{5E26D95C-B66B-4A93-BCBB-C16DF8F667C8}" dt="2025-01-15T13:04:35.249" v="97" actId="47"/>
        <pc:sldMkLst>
          <pc:docMk/>
          <pc:sldMk cId="0" sldId="271"/>
        </pc:sldMkLst>
      </pc:sldChg>
      <pc:sldChg chg="add del">
        <pc:chgData name="ابتهال احمد العبلاني" userId="9fe0c18a-5347-4991-9e94-5b9e9b1a2438" providerId="ADAL" clId="{5E26D95C-B66B-4A93-BCBB-C16DF8F667C8}" dt="2025-01-15T13:04:00.023" v="95" actId="47"/>
        <pc:sldMkLst>
          <pc:docMk/>
          <pc:sldMk cId="2487604543" sldId="272"/>
        </pc:sldMkLst>
      </pc:sldChg>
      <pc:sldChg chg="delSp add mod">
        <pc:chgData name="ابتهال احمد العبلاني" userId="9fe0c18a-5347-4991-9e94-5b9e9b1a2438" providerId="ADAL" clId="{5E26D95C-B66B-4A93-BCBB-C16DF8F667C8}" dt="2025-01-15T13:03:50.719" v="94" actId="478"/>
        <pc:sldMkLst>
          <pc:docMk/>
          <pc:sldMk cId="0" sldId="273"/>
        </pc:sldMkLst>
      </pc:sldChg>
      <pc:sldChg chg="add del">
        <pc:chgData name="ابتهال احمد العبلاني" userId="9fe0c18a-5347-4991-9e94-5b9e9b1a2438" providerId="ADAL" clId="{5E26D95C-B66B-4A93-BCBB-C16DF8F667C8}" dt="2025-01-15T13:18:59.854" v="99" actId="47"/>
        <pc:sldMkLst>
          <pc:docMk/>
          <pc:sldMk cId="0" sldId="274"/>
        </pc:sldMkLst>
      </pc:sldChg>
      <pc:sldChg chg="add">
        <pc:chgData name="ابتهال احمد العبلاني" userId="9fe0c18a-5347-4991-9e94-5b9e9b1a2438" providerId="ADAL" clId="{5E26D95C-B66B-4A93-BCBB-C16DF8F667C8}" dt="2025-01-15T13:18:54.009" v="98"/>
        <pc:sldMkLst>
          <pc:docMk/>
          <pc:sldMk cId="0" sldId="275"/>
        </pc:sldMkLst>
      </pc:sldChg>
    </pc:docChg>
  </pc:docChgLst>
  <pc:docChgLst>
    <pc:chgData name="ابتهال احمد العبلاني" userId="9fe0c18a-5347-4991-9e94-5b9e9b1a2438" providerId="ADAL" clId="{DCF506AC-90CB-4B54-A1D8-6E41A4960A26}"/>
    <pc:docChg chg="modSld">
      <pc:chgData name="ابتهال احمد العبلاني" userId="9fe0c18a-5347-4991-9e94-5b9e9b1a2438" providerId="ADAL" clId="{DCF506AC-90CB-4B54-A1D8-6E41A4960A26}" dt="2024-12-17T07:54:43.631" v="1" actId="1076"/>
      <pc:docMkLst>
        <pc:docMk/>
      </pc:docMkLst>
      <pc:sldChg chg="modSp mod">
        <pc:chgData name="ابتهال احمد العبلاني" userId="9fe0c18a-5347-4991-9e94-5b9e9b1a2438" providerId="ADAL" clId="{DCF506AC-90CB-4B54-A1D8-6E41A4960A26}" dt="2024-12-17T07:54:43.631" v="1" actId="1076"/>
        <pc:sldMkLst>
          <pc:docMk/>
          <pc:sldMk cId="0" sldId="256"/>
        </pc:sldMkLst>
      </pc:sldChg>
    </pc:docChg>
  </pc:docChgLst>
  <pc:docChgLst>
    <pc:chgData name="ابتهال احمد العبلاني" userId="9fe0c18a-5347-4991-9e94-5b9e9b1a2438" providerId="ADAL" clId="{6121E69E-8B37-4777-8316-184B22A5C10D}"/>
    <pc:docChg chg="custSel addSld delSld modSld sldOrd">
      <pc:chgData name="ابتهال احمد العبلاني" userId="9fe0c18a-5347-4991-9e94-5b9e9b1a2438" providerId="ADAL" clId="{6121E69E-8B37-4777-8316-184B22A5C10D}" dt="2025-01-26T16:47:34.873" v="15" actId="478"/>
      <pc:docMkLst>
        <pc:docMk/>
      </pc:docMkLst>
      <pc:sldChg chg="delSp add mod">
        <pc:chgData name="ابتهال احمد العبلاني" userId="9fe0c18a-5347-4991-9e94-5b9e9b1a2438" providerId="ADAL" clId="{6121E69E-8B37-4777-8316-184B22A5C10D}" dt="2025-01-26T16:47:34.873" v="15" actId="478"/>
        <pc:sldMkLst>
          <pc:docMk/>
          <pc:sldMk cId="2708622578" sldId="257"/>
        </pc:sldMkLst>
      </pc:sldChg>
      <pc:sldChg chg="ord">
        <pc:chgData name="ابتهال احمد العبلاني" userId="9fe0c18a-5347-4991-9e94-5b9e9b1a2438" providerId="ADAL" clId="{6121E69E-8B37-4777-8316-184B22A5C10D}" dt="2025-01-26T16:45:16.071" v="12"/>
        <pc:sldMkLst>
          <pc:docMk/>
          <pc:sldMk cId="1249055947" sldId="258"/>
        </pc:sldMkLst>
      </pc:sldChg>
      <pc:sldChg chg="add">
        <pc:chgData name="ابتهال احمد العبلاني" userId="9fe0c18a-5347-4991-9e94-5b9e9b1a2438" providerId="ADAL" clId="{6121E69E-8B37-4777-8316-184B22A5C10D}" dt="2025-01-26T16:46:19.834" v="14"/>
        <pc:sldMkLst>
          <pc:docMk/>
          <pc:sldMk cId="1359831111" sldId="260"/>
        </pc:sldMkLst>
      </pc:sldChg>
      <pc:sldChg chg="del">
        <pc:chgData name="ابتهال احمد العبلاني" userId="9fe0c18a-5347-4991-9e94-5b9e9b1a2438" providerId="ADAL" clId="{6121E69E-8B37-4777-8316-184B22A5C10D}" dt="2025-01-26T16:44:43.656" v="3" actId="47"/>
        <pc:sldMkLst>
          <pc:docMk/>
          <pc:sldMk cId="0" sldId="261"/>
        </pc:sldMkLst>
      </pc:sldChg>
      <pc:sldChg chg="del">
        <pc:chgData name="ابتهال احمد العبلاني" userId="9fe0c18a-5347-4991-9e94-5b9e9b1a2438" providerId="ADAL" clId="{6121E69E-8B37-4777-8316-184B22A5C10D}" dt="2025-01-26T16:44:41.960" v="2" actId="47"/>
        <pc:sldMkLst>
          <pc:docMk/>
          <pc:sldMk cId="0" sldId="262"/>
        </pc:sldMkLst>
      </pc:sldChg>
      <pc:sldChg chg="del">
        <pc:chgData name="ابتهال احمد العبلاني" userId="9fe0c18a-5347-4991-9e94-5b9e9b1a2438" providerId="ADAL" clId="{6121E69E-8B37-4777-8316-184B22A5C10D}" dt="2025-01-26T16:44:40.293" v="1" actId="47"/>
        <pc:sldMkLst>
          <pc:docMk/>
          <pc:sldMk cId="0" sldId="263"/>
        </pc:sldMkLst>
      </pc:sldChg>
      <pc:sldChg chg="del">
        <pc:chgData name="ابتهال احمد العبلاني" userId="9fe0c18a-5347-4991-9e94-5b9e9b1a2438" providerId="ADAL" clId="{6121E69E-8B37-4777-8316-184B22A5C10D}" dt="2025-01-26T16:44:45.692" v="4" actId="47"/>
        <pc:sldMkLst>
          <pc:docMk/>
          <pc:sldMk cId="0" sldId="264"/>
        </pc:sldMkLst>
      </pc:sldChg>
      <pc:sldChg chg="del">
        <pc:chgData name="ابتهال احمد العبلاني" userId="9fe0c18a-5347-4991-9e94-5b9e9b1a2438" providerId="ADAL" clId="{6121E69E-8B37-4777-8316-184B22A5C10D}" dt="2025-01-26T16:44:47.385" v="5" actId="47"/>
        <pc:sldMkLst>
          <pc:docMk/>
          <pc:sldMk cId="0" sldId="265"/>
        </pc:sldMkLst>
      </pc:sldChg>
      <pc:sldChg chg="del">
        <pc:chgData name="ابتهال احمد العبلاني" userId="9fe0c18a-5347-4991-9e94-5b9e9b1a2438" providerId="ADAL" clId="{6121E69E-8B37-4777-8316-184B22A5C10D}" dt="2025-01-26T16:44:49.059" v="6" actId="47"/>
        <pc:sldMkLst>
          <pc:docMk/>
          <pc:sldMk cId="0" sldId="266"/>
        </pc:sldMkLst>
      </pc:sldChg>
      <pc:sldChg chg="del">
        <pc:chgData name="ابتهال احمد العبلاني" userId="9fe0c18a-5347-4991-9e94-5b9e9b1a2438" providerId="ADAL" clId="{6121E69E-8B37-4777-8316-184B22A5C10D}" dt="2025-01-26T16:44:59.686" v="7" actId="2696"/>
        <pc:sldMkLst>
          <pc:docMk/>
          <pc:sldMk cId="0" sldId="268"/>
        </pc:sldMkLst>
      </pc:sldChg>
      <pc:sldChg chg="add ord">
        <pc:chgData name="ابتهال احمد العبلاني" userId="9fe0c18a-5347-4991-9e94-5b9e9b1a2438" providerId="ADAL" clId="{6121E69E-8B37-4777-8316-184B22A5C10D}" dt="2025-01-26T16:45:07.677" v="10"/>
        <pc:sldMkLst>
          <pc:docMk/>
          <pc:sldMk cId="613095122" sldId="268"/>
        </pc:sldMkLst>
      </pc:sldChg>
      <pc:sldChg chg="del">
        <pc:chgData name="ابتهال احمد العبلاني" userId="9fe0c18a-5347-4991-9e94-5b9e9b1a2438" providerId="ADAL" clId="{6121E69E-8B37-4777-8316-184B22A5C10D}" dt="2025-01-26T16:44:59.686" v="7" actId="2696"/>
        <pc:sldMkLst>
          <pc:docMk/>
          <pc:sldMk cId="0" sldId="269"/>
        </pc:sldMkLst>
      </pc:sldChg>
      <pc:sldChg chg="add ord">
        <pc:chgData name="ابتهال احمد العبلاني" userId="9fe0c18a-5347-4991-9e94-5b9e9b1a2438" providerId="ADAL" clId="{6121E69E-8B37-4777-8316-184B22A5C10D}" dt="2025-01-26T16:45:07.677" v="10"/>
        <pc:sldMkLst>
          <pc:docMk/>
          <pc:sldMk cId="2078004636" sldId="269"/>
        </pc:sldMkLst>
      </pc:sldChg>
      <pc:sldChg chg="del">
        <pc:chgData name="ابتهال احمد العبلاني" userId="9fe0c18a-5347-4991-9e94-5b9e9b1a2438" providerId="ADAL" clId="{6121E69E-8B37-4777-8316-184B22A5C10D}" dt="2025-01-26T16:44:59.686" v="7" actId="2696"/>
        <pc:sldMkLst>
          <pc:docMk/>
          <pc:sldMk cId="0" sldId="273"/>
        </pc:sldMkLst>
      </pc:sldChg>
      <pc:sldChg chg="add ord">
        <pc:chgData name="ابتهال احمد العبلاني" userId="9fe0c18a-5347-4991-9e94-5b9e9b1a2438" providerId="ADAL" clId="{6121E69E-8B37-4777-8316-184B22A5C10D}" dt="2025-01-26T16:45:07.677" v="10"/>
        <pc:sldMkLst>
          <pc:docMk/>
          <pc:sldMk cId="1920102846" sldId="273"/>
        </pc:sldMkLst>
      </pc:sldChg>
      <pc:sldChg chg="add">
        <pc:chgData name="ابتهال احمد العبلاني" userId="9fe0c18a-5347-4991-9e94-5b9e9b1a2438" providerId="ADAL" clId="{6121E69E-8B37-4777-8316-184B22A5C10D}" dt="2025-01-26T16:45:53.746" v="13"/>
        <pc:sldMkLst>
          <pc:docMk/>
          <pc:sldMk cId="0" sldId="274"/>
        </pc:sldMkLst>
      </pc:sldChg>
      <pc:sldChg chg="del">
        <pc:chgData name="ابتهال احمد العبلاني" userId="9fe0c18a-5347-4991-9e94-5b9e9b1a2438" providerId="ADAL" clId="{6121E69E-8B37-4777-8316-184B22A5C10D}" dt="2025-01-26T16:44:38.575" v="0" actId="47"/>
        <pc:sldMkLst>
          <pc:docMk/>
          <pc:sldMk cId="0" sldId="275"/>
        </pc:sldMkLst>
      </pc:sldChg>
    </pc:docChg>
  </pc:docChgLst>
  <pc:docChgLst>
    <pc:chgData name="ابتهال احمد العبلاني" userId="9fe0c18a-5347-4991-9e94-5b9e9b1a2438" providerId="ADAL" clId="{20FE9F13-4060-4B08-91E2-5C02A17B862F}"/>
    <pc:docChg chg="undo custSel delSld modSld">
      <pc:chgData name="ابتهال احمد العبلاني" userId="9fe0c18a-5347-4991-9e94-5b9e9b1a2438" providerId="ADAL" clId="{20FE9F13-4060-4B08-91E2-5C02A17B862F}" dt="2025-04-07T07:21:32.820" v="335" actId="207"/>
      <pc:docMkLst>
        <pc:docMk/>
      </pc:docMkLst>
      <pc:sldChg chg="del">
        <pc:chgData name="ابتهال احمد العبلاني" userId="9fe0c18a-5347-4991-9e94-5b9e9b1a2438" providerId="ADAL" clId="{20FE9F13-4060-4B08-91E2-5C02A17B862F}" dt="2025-04-07T07:14:47.216" v="257" actId="47"/>
        <pc:sldMkLst>
          <pc:docMk/>
          <pc:sldMk cId="0" sldId="256"/>
        </pc:sldMkLst>
      </pc:sldChg>
      <pc:sldChg chg="del">
        <pc:chgData name="ابتهال احمد العبلاني" userId="9fe0c18a-5347-4991-9e94-5b9e9b1a2438" providerId="ADAL" clId="{20FE9F13-4060-4B08-91E2-5C02A17B862F}" dt="2025-04-07T07:15:00.702" v="265" actId="47"/>
        <pc:sldMkLst>
          <pc:docMk/>
          <pc:sldMk cId="2708622578" sldId="257"/>
        </pc:sldMkLst>
      </pc:sldChg>
      <pc:sldChg chg="del">
        <pc:chgData name="ابتهال احمد العبلاني" userId="9fe0c18a-5347-4991-9e94-5b9e9b1a2438" providerId="ADAL" clId="{20FE9F13-4060-4B08-91E2-5C02A17B862F}" dt="2025-04-07T07:14:56.901" v="263" actId="47"/>
        <pc:sldMkLst>
          <pc:docMk/>
          <pc:sldMk cId="1249055947" sldId="258"/>
        </pc:sldMkLst>
      </pc:sldChg>
      <pc:sldChg chg="del">
        <pc:chgData name="ابتهال احمد العبلاني" userId="9fe0c18a-5347-4991-9e94-5b9e9b1a2438" providerId="ADAL" clId="{20FE9F13-4060-4B08-91E2-5C02A17B862F}" dt="2025-04-07T07:14:48.739" v="258" actId="47"/>
        <pc:sldMkLst>
          <pc:docMk/>
          <pc:sldMk cId="4111755509" sldId="259"/>
        </pc:sldMkLst>
      </pc:sldChg>
      <pc:sldChg chg="del">
        <pc:chgData name="ابتهال احمد العبلاني" userId="9fe0c18a-5347-4991-9e94-5b9e9b1a2438" providerId="ADAL" clId="{20FE9F13-4060-4B08-91E2-5C02A17B862F}" dt="2025-04-07T07:15:03.405" v="266" actId="47"/>
        <pc:sldMkLst>
          <pc:docMk/>
          <pc:sldMk cId="1359831111" sldId="260"/>
        </pc:sldMkLst>
      </pc:sldChg>
      <pc:sldChg chg="del">
        <pc:chgData name="ابتهال احمد العبلاني" userId="9fe0c18a-5347-4991-9e94-5b9e9b1a2438" providerId="ADAL" clId="{20FE9F13-4060-4B08-91E2-5C02A17B862F}" dt="2025-04-07T07:14:50.307" v="259" actId="47"/>
        <pc:sldMkLst>
          <pc:docMk/>
          <pc:sldMk cId="0" sldId="267"/>
        </pc:sldMkLst>
      </pc:sldChg>
      <pc:sldChg chg="del">
        <pc:chgData name="ابتهال احمد العبلاني" userId="9fe0c18a-5347-4991-9e94-5b9e9b1a2438" providerId="ADAL" clId="{20FE9F13-4060-4B08-91E2-5C02A17B862F}" dt="2025-04-07T07:14:53.492" v="261" actId="47"/>
        <pc:sldMkLst>
          <pc:docMk/>
          <pc:sldMk cId="613095122" sldId="268"/>
        </pc:sldMkLst>
      </pc:sldChg>
      <pc:sldChg chg="del">
        <pc:chgData name="ابتهال احمد العبلاني" userId="9fe0c18a-5347-4991-9e94-5b9e9b1a2438" providerId="ADAL" clId="{20FE9F13-4060-4B08-91E2-5C02A17B862F}" dt="2025-04-07T07:14:55.065" v="262" actId="47"/>
        <pc:sldMkLst>
          <pc:docMk/>
          <pc:sldMk cId="2078004636" sldId="269"/>
        </pc:sldMkLst>
      </pc:sldChg>
      <pc:sldChg chg="addSp delSp modSp mod">
        <pc:chgData name="ابتهال احمد العبلاني" userId="9fe0c18a-5347-4991-9e94-5b9e9b1a2438" providerId="ADAL" clId="{20FE9F13-4060-4B08-91E2-5C02A17B862F}" dt="2025-04-07T07:21:32.820" v="335" actId="207"/>
        <pc:sldMkLst>
          <pc:docMk/>
          <pc:sldMk cId="0" sldId="270"/>
        </pc:sldMkLst>
        <pc:spChg chg="add mod">
          <ac:chgData name="ابتهال احمد العبلاني" userId="9fe0c18a-5347-4991-9e94-5b9e9b1a2438" providerId="ADAL" clId="{20FE9F13-4060-4B08-91E2-5C02A17B862F}" dt="2025-04-07T07:19:04.523" v="332" actId="1036"/>
          <ac:spMkLst>
            <pc:docMk/>
            <pc:sldMk cId="0" sldId="270"/>
            <ac:spMk id="9" creationId="{E5C0B747-CC90-CEAF-E648-134AF3722D12}"/>
          </ac:spMkLst>
        </pc:spChg>
        <pc:spChg chg="add mod">
          <ac:chgData name="ابتهال احمد العبلاني" userId="9fe0c18a-5347-4991-9e94-5b9e9b1a2438" providerId="ADAL" clId="{20FE9F13-4060-4B08-91E2-5C02A17B862F}" dt="2025-04-07T07:19:04.523" v="332" actId="1036"/>
          <ac:spMkLst>
            <pc:docMk/>
            <pc:sldMk cId="0" sldId="270"/>
            <ac:spMk id="10" creationId="{AD7F8415-D08C-0430-1DF9-57F3F397A489}"/>
          </ac:spMkLst>
        </pc:spChg>
        <pc:spChg chg="add mod">
          <ac:chgData name="ابتهال احمد العبلاني" userId="9fe0c18a-5347-4991-9e94-5b9e9b1a2438" providerId="ADAL" clId="{20FE9F13-4060-4B08-91E2-5C02A17B862F}" dt="2025-04-07T07:19:04.523" v="332" actId="1036"/>
          <ac:spMkLst>
            <pc:docMk/>
            <pc:sldMk cId="0" sldId="270"/>
            <ac:spMk id="11" creationId="{49B8C32C-805D-1360-50E1-0631E1BC8D45}"/>
          </ac:spMkLst>
        </pc:spChg>
        <pc:spChg chg="add mod">
          <ac:chgData name="ابتهال احمد العبلاني" userId="9fe0c18a-5347-4991-9e94-5b9e9b1a2438" providerId="ADAL" clId="{20FE9F13-4060-4B08-91E2-5C02A17B862F}" dt="2025-04-07T07:16:36.895" v="274" actId="1038"/>
          <ac:spMkLst>
            <pc:docMk/>
            <pc:sldMk cId="0" sldId="270"/>
            <ac:spMk id="13" creationId="{4C3C93B5-804B-03E2-54B6-060AF581DCC3}"/>
          </ac:spMkLst>
        </pc:spChg>
        <pc:spChg chg="add mod">
          <ac:chgData name="ابتهال احمد العبلاني" userId="9fe0c18a-5347-4991-9e94-5b9e9b1a2438" providerId="ADAL" clId="{20FE9F13-4060-4B08-91E2-5C02A17B862F}" dt="2025-04-07T07:16:32.783" v="271" actId="14100"/>
          <ac:spMkLst>
            <pc:docMk/>
            <pc:sldMk cId="0" sldId="270"/>
            <ac:spMk id="14" creationId="{EC9BC47F-FCD3-6B7A-8496-5F64173F235E}"/>
          </ac:spMkLst>
        </pc:spChg>
        <pc:spChg chg="add mod">
          <ac:chgData name="ابتهال احمد العبلاني" userId="9fe0c18a-5347-4991-9e94-5b9e9b1a2438" providerId="ADAL" clId="{20FE9F13-4060-4B08-91E2-5C02A17B862F}" dt="2025-04-07T07:17:00.782" v="288" actId="20577"/>
          <ac:spMkLst>
            <pc:docMk/>
            <pc:sldMk cId="0" sldId="270"/>
            <ac:spMk id="15" creationId="{972260C1-6F04-3594-B9E6-5586224579F8}"/>
          </ac:spMkLst>
        </pc:spChg>
        <pc:spChg chg="add mod">
          <ac:chgData name="ابتهال احمد العبلاني" userId="9fe0c18a-5347-4991-9e94-5b9e9b1a2438" providerId="ADAL" clId="{20FE9F13-4060-4B08-91E2-5C02A17B862F}" dt="2025-04-07T07:21:32.820" v="335" actId="207"/>
          <ac:spMkLst>
            <pc:docMk/>
            <pc:sldMk cId="0" sldId="270"/>
            <ac:spMk id="16" creationId="{01D88AF2-59F2-6E6A-FA15-BC52A119040F}"/>
          </ac:spMkLst>
        </pc:spChg>
        <pc:spChg chg="add mod">
          <ac:chgData name="ابتهال احمد العبلاني" userId="9fe0c18a-5347-4991-9e94-5b9e9b1a2438" providerId="ADAL" clId="{20FE9F13-4060-4B08-91E2-5C02A17B862F}" dt="2025-04-07T07:17:29.774" v="290" actId="1076"/>
          <ac:spMkLst>
            <pc:docMk/>
            <pc:sldMk cId="0" sldId="270"/>
            <ac:spMk id="21" creationId="{B43308D2-F59C-1FA9-EE9A-16956678E6E7}"/>
          </ac:spMkLst>
        </pc:spChg>
        <pc:spChg chg="mod">
          <ac:chgData name="ابتهال احمد العبلاني" userId="9fe0c18a-5347-4991-9e94-5b9e9b1a2438" providerId="ADAL" clId="{20FE9F13-4060-4B08-91E2-5C02A17B862F}" dt="2025-04-07T07:14:13.743" v="235" actId="20577"/>
          <ac:spMkLst>
            <pc:docMk/>
            <pc:sldMk cId="0" sldId="270"/>
            <ac:spMk id="27" creationId="{00000000-0000-0000-0000-000000000000}"/>
          </ac:spMkLst>
        </pc:spChg>
        <pc:spChg chg="mod">
          <ac:chgData name="ابتهال احمد العبلاني" userId="9fe0c18a-5347-4991-9e94-5b9e9b1a2438" providerId="ADAL" clId="{20FE9F13-4060-4B08-91E2-5C02A17B862F}" dt="2025-04-07T07:17:35.494" v="292" actId="14100"/>
          <ac:spMkLst>
            <pc:docMk/>
            <pc:sldMk cId="0" sldId="270"/>
            <ac:spMk id="29" creationId="{00000000-0000-0000-0000-000000000000}"/>
          </ac:spMkLst>
        </pc:spChg>
        <pc:spChg chg="add mod">
          <ac:chgData name="ابتهال احمد العبلاني" userId="9fe0c18a-5347-4991-9e94-5b9e9b1a2438" providerId="ADAL" clId="{20FE9F13-4060-4B08-91E2-5C02A17B862F}" dt="2025-04-07T07:17:29.774" v="290" actId="1076"/>
          <ac:spMkLst>
            <pc:docMk/>
            <pc:sldMk cId="0" sldId="270"/>
            <ac:spMk id="30" creationId="{6144B987-C9CC-F092-8557-0060058DB86F}"/>
          </ac:spMkLst>
        </pc:spChg>
        <pc:spChg chg="mod">
          <ac:chgData name="ابتهال احمد العبلاني" userId="9fe0c18a-5347-4991-9e94-5b9e9b1a2438" providerId="ADAL" clId="{20FE9F13-4060-4B08-91E2-5C02A17B862F}" dt="2025-04-07T07:11:52.582" v="58" actId="20577"/>
          <ac:spMkLst>
            <pc:docMk/>
            <pc:sldMk cId="0" sldId="270"/>
            <ac:spMk id="31" creationId="{00000000-0000-0000-0000-000000000000}"/>
          </ac:spMkLst>
        </pc:spChg>
        <pc:spChg chg="mod">
          <ac:chgData name="ابتهال احمد العبلاني" userId="9fe0c18a-5347-4991-9e94-5b9e9b1a2438" providerId="ADAL" clId="{20FE9F13-4060-4B08-91E2-5C02A17B862F}" dt="2025-04-07T07:12:04.929" v="77" actId="1076"/>
          <ac:spMkLst>
            <pc:docMk/>
            <pc:sldMk cId="0" sldId="270"/>
            <ac:spMk id="32" creationId="{00000000-0000-0000-0000-000000000000}"/>
          </ac:spMkLst>
        </pc:spChg>
        <pc:spChg chg="add mod">
          <ac:chgData name="ابتهال احمد العبلاني" userId="9fe0c18a-5347-4991-9e94-5b9e9b1a2438" providerId="ADAL" clId="{20FE9F13-4060-4B08-91E2-5C02A17B862F}" dt="2025-04-07T07:19:09.322" v="333" actId="1035"/>
          <ac:spMkLst>
            <pc:docMk/>
            <pc:sldMk cId="0" sldId="270"/>
            <ac:spMk id="35" creationId="{51CB585B-60E9-00D0-FBD1-63D8B7C42ADC}"/>
          </ac:spMkLst>
        </pc:spChg>
        <pc:spChg chg="add mod">
          <ac:chgData name="ابتهال احمد العبلاني" userId="9fe0c18a-5347-4991-9e94-5b9e9b1a2438" providerId="ADAL" clId="{20FE9F13-4060-4B08-91E2-5C02A17B862F}" dt="2025-04-07T07:19:11.014" v="334" actId="1035"/>
          <ac:spMkLst>
            <pc:docMk/>
            <pc:sldMk cId="0" sldId="270"/>
            <ac:spMk id="36" creationId="{23638ADA-DB84-E38E-D2B9-DDA57F76294F}"/>
          </ac:spMkLst>
        </pc:spChg>
        <pc:spChg chg="mod">
          <ac:chgData name="ابتهال احمد العبلاني" userId="9fe0c18a-5347-4991-9e94-5b9e9b1a2438" providerId="ADAL" clId="{20FE9F13-4060-4B08-91E2-5C02A17B862F}" dt="2025-04-07T07:14:19.166" v="237"/>
          <ac:spMkLst>
            <pc:docMk/>
            <pc:sldMk cId="0" sldId="270"/>
            <ac:spMk id="37" creationId="{00000000-0000-0000-0000-000000000000}"/>
          </ac:spMkLst>
        </pc:spChg>
        <pc:spChg chg="mod">
          <ac:chgData name="ابتهال احمد العبلاني" userId="9fe0c18a-5347-4991-9e94-5b9e9b1a2438" providerId="ADAL" clId="{20FE9F13-4060-4B08-91E2-5C02A17B862F}" dt="2025-04-07T07:11:24.270" v="29" actId="1076"/>
          <ac:spMkLst>
            <pc:docMk/>
            <pc:sldMk cId="0" sldId="270"/>
            <ac:spMk id="136" creationId="{875951CE-AE4F-3F73-A590-3A10FC9F26B5}"/>
          </ac:spMkLst>
        </pc:spChg>
        <pc:spChg chg="mod">
          <ac:chgData name="ابتهال احمد العبلاني" userId="9fe0c18a-5347-4991-9e94-5b9e9b1a2438" providerId="ADAL" clId="{20FE9F13-4060-4B08-91E2-5C02A17B862F}" dt="2025-04-07T07:18:39.092" v="328" actId="1036"/>
          <ac:spMkLst>
            <pc:docMk/>
            <pc:sldMk cId="0" sldId="270"/>
            <ac:spMk id="141" creationId="{AAEDBC5D-01EA-8EBD-75FD-23E7A8F5894F}"/>
          </ac:spMkLst>
        </pc:spChg>
        <pc:spChg chg="mod">
          <ac:chgData name="ابتهال احمد العبلاني" userId="9fe0c18a-5347-4991-9e94-5b9e9b1a2438" providerId="ADAL" clId="{20FE9F13-4060-4B08-91E2-5C02A17B862F}" dt="2025-04-07T07:19:04.523" v="332" actId="1036"/>
          <ac:spMkLst>
            <pc:docMk/>
            <pc:sldMk cId="0" sldId="270"/>
            <ac:spMk id="142" creationId="{798876FB-E590-3C03-C884-8B70C04B4635}"/>
          </ac:spMkLst>
        </pc:spChg>
        <pc:spChg chg="mod">
          <ac:chgData name="ابتهال احمد العبلاني" userId="9fe0c18a-5347-4991-9e94-5b9e9b1a2438" providerId="ADAL" clId="{20FE9F13-4060-4B08-91E2-5C02A17B862F}" dt="2025-04-07T07:18:39.092" v="328" actId="1036"/>
          <ac:spMkLst>
            <pc:docMk/>
            <pc:sldMk cId="0" sldId="270"/>
            <ac:spMk id="144" creationId="{12245288-48DD-16E0-6449-70F6E50C79C8}"/>
          </ac:spMkLst>
        </pc:spChg>
        <pc:grpChg chg="mod">
          <ac:chgData name="ابتهال احمد العبلاني" userId="9fe0c18a-5347-4991-9e94-5b9e9b1a2438" providerId="ADAL" clId="{20FE9F13-4060-4B08-91E2-5C02A17B862F}" dt="2025-04-07T07:12:48.891" v="119" actId="1038"/>
          <ac:grpSpMkLst>
            <pc:docMk/>
            <pc:sldMk cId="0" sldId="270"/>
            <ac:grpSpMk id="2" creationId="{00000000-0000-0000-0000-000000000000}"/>
          </ac:grpSpMkLst>
        </pc:grpChg>
        <pc:grpChg chg="mod">
          <ac:chgData name="ابتهال احمد العبلاني" userId="9fe0c18a-5347-4991-9e94-5b9e9b1a2438" providerId="ADAL" clId="{20FE9F13-4060-4B08-91E2-5C02A17B862F}" dt="2025-04-07T07:12:52.064" v="120" actId="1038"/>
          <ac:grpSpMkLst>
            <pc:docMk/>
            <pc:sldMk cId="0" sldId="270"/>
            <ac:grpSpMk id="137" creationId="{D64B39EB-5BEF-9489-83AB-B8F9177050E8}"/>
          </ac:grpSpMkLst>
        </pc:grpChg>
      </pc:sldChg>
      <pc:sldChg chg="del">
        <pc:chgData name="ابتهال احمد العبلاني" userId="9fe0c18a-5347-4991-9e94-5b9e9b1a2438" providerId="ADAL" clId="{20FE9F13-4060-4B08-91E2-5C02A17B862F}" dt="2025-04-07T07:14:51.845" v="260" actId="47"/>
        <pc:sldMkLst>
          <pc:docMk/>
          <pc:sldMk cId="1920102846" sldId="273"/>
        </pc:sldMkLst>
      </pc:sldChg>
      <pc:sldChg chg="del">
        <pc:chgData name="ابتهال احمد العبلاني" userId="9fe0c18a-5347-4991-9e94-5b9e9b1a2438" providerId="ADAL" clId="{20FE9F13-4060-4B08-91E2-5C02A17B862F}" dt="2025-04-07T07:14:58.912" v="264" actId="47"/>
        <pc:sldMkLst>
          <pc:docMk/>
          <pc:sldMk cId="0" sldId="274"/>
        </pc:sldMkLst>
      </pc:sldChg>
    </pc:docChg>
  </pc:docChgLst>
  <pc:docChgLst>
    <pc:chgData name="ابتهال احمد العبلاني" userId="9fe0c18a-5347-4991-9e94-5b9e9b1a2438" providerId="ADAL" clId="{B3ECA002-7EF3-4A5C-BA51-4ECE3AD76AC7}"/>
    <pc:docChg chg="undo custSel modSld">
      <pc:chgData name="ابتهال احمد العبلاني" userId="9fe0c18a-5347-4991-9e94-5b9e9b1a2438" providerId="ADAL" clId="{B3ECA002-7EF3-4A5C-BA51-4ECE3AD76AC7}" dt="2025-01-14T05:43:11.332" v="19" actId="20577"/>
      <pc:docMkLst>
        <pc:docMk/>
      </pc:docMkLst>
      <pc:sldChg chg="modSp mod">
        <pc:chgData name="ابتهال احمد العبلاني" userId="9fe0c18a-5347-4991-9e94-5b9e9b1a2438" providerId="ADAL" clId="{B3ECA002-7EF3-4A5C-BA51-4ECE3AD76AC7}" dt="2025-01-14T05:43:11.332" v="19"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4A5F691C-5A01-43B5-8CB7-D0049737898E}" type="datetimeFigureOut">
              <a:rPr lang="en-US" smtClean="0"/>
              <a:t>4/9/2025</a:t>
            </a:fld>
            <a:endParaRPr lang="en-US"/>
          </a:p>
        </p:txBody>
      </p:sp>
      <p:sp>
        <p:nvSpPr>
          <p:cNvPr id="4" name="عنصر نائب لصورة الشريحة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A8674C72-F6B7-4EB5-A506-7A5488CB3CBB}" type="slidenum">
              <a:rPr lang="en-US" smtClean="0"/>
              <a:t>‹#›</a:t>
            </a:fld>
            <a:endParaRPr lang="en-US"/>
          </a:p>
        </p:txBody>
      </p:sp>
    </p:spTree>
    <p:extLst>
      <p:ext uri="{BB962C8B-B14F-4D97-AF65-F5344CB8AC3E}">
        <p14:creationId xmlns:p14="http://schemas.microsoft.com/office/powerpoint/2010/main" val="367639258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90" Type="http://schemas.openxmlformats.org/officeDocument/2006/relationships/image" Target="../media/innovation-ar.png"/><Relationship Id="rId91" Type="http://schemas.openxmlformats.org/officeDocument/2006/relationships/image" Target="../media/tools-gri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91383" y="3346071"/>
            <a:ext cx="7508917" cy="15226063"/>
            <a:chOff x="0" y="-4945"/>
            <a:chExt cx="1345513" cy="2728339"/>
          </a:xfrm>
          <a:solidFill>
            <a:srgbClr val="F4F1EB"/>
          </a:solidFill>
        </p:grpSpPr>
        <p:sp>
          <p:nvSpPr>
            <p:cNvPr id="3" name="Freeform 3"/>
            <p:cNvSpPr/>
            <p:nvPr/>
          </p:nvSpPr>
          <p:spPr>
            <a:xfrm>
              <a:off x="0" y="0"/>
              <a:ext cx="1345513" cy="2723394"/>
            </a:xfrm>
            <a:custGeom>
              <a:avLst/>
              <a:gdLst/>
              <a:ahLst/>
              <a:cxnLst/>
              <a:rect l="l" t="t" r="r" b="b"/>
              <a:pathLst>
                <a:path w="1345513" h="2723394">
                  <a:moveTo>
                    <a:pt x="0" y="0"/>
                  </a:moveTo>
                  <a:lnTo>
                    <a:pt x="1345513" y="0"/>
                  </a:lnTo>
                  <a:lnTo>
                    <a:pt x="1345513" y="2723394"/>
                  </a:lnTo>
                  <a:lnTo>
                    <a:pt x="0" y="2723394"/>
                  </a:lnTo>
                  <a:close/>
                </a:path>
              </a:pathLst>
            </a:custGeom>
            <a:grpFill/>
          </p:spPr>
          <p:txBody>
            <a:bodyPr/>
            <a:lstStyle/>
            <a:p>
              <a:endParaRPr lang="ar-SA"/>
            </a:p>
          </p:txBody>
        </p:sp>
        <p:sp>
          <p:nvSpPr>
            <p:cNvPr id="4" name="TextBox 4"/>
            <p:cNvSpPr txBox="1"/>
            <p:nvPr/>
          </p:nvSpPr>
          <p:spPr>
            <a:xfrm>
              <a:off x="0" y="-4945"/>
              <a:ext cx="1345513" cy="2728339"/>
            </a:xfrm>
            <a:prstGeom prst="rect">
              <a:avLst/>
            </a:prstGeom>
            <a:grpFill/>
          </p:spPr>
          <p:txBody>
            <a:bodyPr lIns="50800" tIns="50800" rIns="50800" bIns="50800" rtlCol="0" anchor="ctr"/>
            <a:lstStyle/>
            <a:p>
              <a:pPr algn="ctr">
                <a:lnSpc>
                  <a:spcPts val="4153"/>
                </a:lnSpc>
              </a:pPr>
              <a:endParaRPr/>
            </a:p>
          </p:txBody>
        </p:sp>
      </p:grpSp>
      <p:grpSp>
        <p:nvGrpSpPr>
          <p:cNvPr id="7" name="Group 7"/>
          <p:cNvGrpSpPr>
            <a:grpSpLocks noChangeAspect="1"/>
          </p:cNvGrpSpPr>
          <p:nvPr/>
        </p:nvGrpSpPr>
        <p:grpSpPr>
          <a:xfrm>
            <a:off x="14280763" y="7891085"/>
            <a:ext cx="413620" cy="413651"/>
            <a:chOff x="0" y="0"/>
            <a:chExt cx="623202" cy="623252"/>
          </a:xfrm>
          <a:solidFill>
            <a:srgbClr val="9F8B5D"/>
          </a:solidFill>
        </p:grpSpPr>
        <p:sp>
          <p:nvSpPr>
            <p:cNvPr id="8" name="Freeform 8"/>
            <p:cNvSpPr/>
            <p:nvPr/>
          </p:nvSpPr>
          <p:spPr>
            <a:xfrm>
              <a:off x="0" y="-127"/>
              <a:ext cx="626364" cy="623316"/>
            </a:xfrm>
            <a:custGeom>
              <a:avLst/>
              <a:gdLst/>
              <a:ahLst/>
              <a:cxnLst/>
              <a:rect l="l" t="t" r="r" b="b"/>
              <a:pathLst>
                <a:path w="626364" h="623316">
                  <a:moveTo>
                    <a:pt x="361061" y="127"/>
                  </a:moveTo>
                  <a:lnTo>
                    <a:pt x="204343" y="155956"/>
                  </a:lnTo>
                  <a:cubicBezTo>
                    <a:pt x="203454" y="155829"/>
                    <a:pt x="203200" y="155956"/>
                    <a:pt x="202438" y="155956"/>
                  </a:cubicBezTo>
                  <a:cubicBezTo>
                    <a:pt x="176657" y="155956"/>
                    <a:pt x="155702" y="176911"/>
                    <a:pt x="155702" y="202692"/>
                  </a:cubicBezTo>
                  <a:cubicBezTo>
                    <a:pt x="155702" y="228473"/>
                    <a:pt x="176657" y="249428"/>
                    <a:pt x="202438" y="249428"/>
                  </a:cubicBezTo>
                  <a:cubicBezTo>
                    <a:pt x="228219" y="249428"/>
                    <a:pt x="249174" y="228473"/>
                    <a:pt x="249174" y="202692"/>
                  </a:cubicBezTo>
                  <a:lnTo>
                    <a:pt x="249301" y="201549"/>
                  </a:lnTo>
                  <a:lnTo>
                    <a:pt x="386334" y="62484"/>
                  </a:lnTo>
                  <a:lnTo>
                    <a:pt x="404876" y="62484"/>
                  </a:lnTo>
                  <a:lnTo>
                    <a:pt x="467106" y="127"/>
                  </a:lnTo>
                  <a:close/>
                  <a:moveTo>
                    <a:pt x="511937" y="127"/>
                  </a:moveTo>
                  <a:lnTo>
                    <a:pt x="495554" y="2794"/>
                  </a:lnTo>
                  <a:lnTo>
                    <a:pt x="403860" y="95504"/>
                  </a:lnTo>
                  <a:lnTo>
                    <a:pt x="527558" y="219202"/>
                  </a:lnTo>
                  <a:lnTo>
                    <a:pt x="614172" y="133477"/>
                  </a:lnTo>
                  <a:cubicBezTo>
                    <a:pt x="626364" y="121031"/>
                    <a:pt x="626364" y="101092"/>
                    <a:pt x="614172" y="88646"/>
                  </a:cubicBezTo>
                  <a:lnTo>
                    <a:pt x="534289" y="8890"/>
                  </a:lnTo>
                  <a:cubicBezTo>
                    <a:pt x="528320" y="3048"/>
                    <a:pt x="520319" y="0"/>
                    <a:pt x="511937" y="127"/>
                  </a:cubicBezTo>
                  <a:moveTo>
                    <a:pt x="370840" y="128651"/>
                  </a:moveTo>
                  <a:lnTo>
                    <a:pt x="31115" y="468503"/>
                  </a:lnTo>
                  <a:lnTo>
                    <a:pt x="0" y="623316"/>
                  </a:lnTo>
                  <a:lnTo>
                    <a:pt x="154813" y="592201"/>
                  </a:lnTo>
                  <a:lnTo>
                    <a:pt x="494411" y="252349"/>
                  </a:lnTo>
                  <a:close/>
                  <a:moveTo>
                    <a:pt x="137287" y="450088"/>
                  </a:moveTo>
                  <a:lnTo>
                    <a:pt x="173355" y="486156"/>
                  </a:lnTo>
                  <a:lnTo>
                    <a:pt x="124587" y="534797"/>
                  </a:lnTo>
                  <a:lnTo>
                    <a:pt x="79756" y="543560"/>
                  </a:lnTo>
                  <a:lnTo>
                    <a:pt x="88519" y="498729"/>
                  </a:lnTo>
                  <a:close/>
                </a:path>
              </a:pathLst>
            </a:custGeom>
            <a:grpFill/>
          </p:spPr>
          <p:txBody>
            <a:bodyPr/>
            <a:lstStyle/>
            <a:p>
              <a:endParaRPr lang="ar-SA" dirty="0"/>
            </a:p>
          </p:txBody>
        </p:sp>
      </p:grpSp>
      <p:sp>
        <p:nvSpPr>
          <p:cNvPr id="18" name="Freeform 18"/>
          <p:cNvSpPr/>
          <p:nvPr/>
        </p:nvSpPr>
        <p:spPr>
          <a:xfrm>
            <a:off x="12229725" y="18844594"/>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19" name="Freeform 19"/>
          <p:cNvSpPr/>
          <p:nvPr/>
        </p:nvSpPr>
        <p:spPr>
          <a:xfrm>
            <a:off x="6400336" y="3862121"/>
            <a:ext cx="602315" cy="602315"/>
          </a:xfrm>
          <a:custGeom>
            <a:avLst/>
            <a:gdLst/>
            <a:ahLst/>
            <a:cxnLst/>
            <a:rect l="l" t="t" r="r" b="b"/>
            <a:pathLst>
              <a:path w="602315" h="602315">
                <a:moveTo>
                  <a:pt x="0" y="0"/>
                </a:moveTo>
                <a:lnTo>
                  <a:pt x="602315" y="0"/>
                </a:lnTo>
                <a:lnTo>
                  <a:pt x="602315" y="602315"/>
                </a:lnTo>
                <a:lnTo>
                  <a:pt x="0" y="6023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SA"/>
          </a:p>
        </p:txBody>
      </p:sp>
      <p:sp>
        <p:nvSpPr>
          <p:cNvPr id="20" name="Freeform 20"/>
          <p:cNvSpPr/>
          <p:nvPr/>
        </p:nvSpPr>
        <p:spPr>
          <a:xfrm>
            <a:off x="6381083" y="10003903"/>
            <a:ext cx="756840" cy="756840"/>
          </a:xfrm>
          <a:custGeom>
            <a:avLst/>
            <a:gdLst/>
            <a:ahLst/>
            <a:cxnLst/>
            <a:rect l="l" t="t" r="r" b="b"/>
            <a:pathLst>
              <a:path w="756840" h="756840">
                <a:moveTo>
                  <a:pt x="0" y="0"/>
                </a:moveTo>
                <a:lnTo>
                  <a:pt x="756840" y="0"/>
                </a:lnTo>
                <a:lnTo>
                  <a:pt x="756840" y="756840"/>
                </a:lnTo>
                <a:lnTo>
                  <a:pt x="0" y="7568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ar-SA"/>
          </a:p>
        </p:txBody>
      </p:sp>
      <p:sp>
        <p:nvSpPr>
          <p:cNvPr id="22" name="Freeform 22"/>
          <p:cNvSpPr/>
          <p:nvPr/>
        </p:nvSpPr>
        <p:spPr>
          <a:xfrm>
            <a:off x="12173723" y="19660850"/>
            <a:ext cx="635281" cy="635281"/>
          </a:xfrm>
          <a:custGeom>
            <a:avLst/>
            <a:gdLst/>
            <a:ahLst/>
            <a:cxnLst/>
            <a:rect l="l" t="t" r="r" b="b"/>
            <a:pathLst>
              <a:path w="635281" h="635281">
                <a:moveTo>
                  <a:pt x="0" y="0"/>
                </a:moveTo>
                <a:lnTo>
                  <a:pt x="635281" y="0"/>
                </a:lnTo>
                <a:lnTo>
                  <a:pt x="635281" y="635280"/>
                </a:lnTo>
                <a:lnTo>
                  <a:pt x="0" y="6352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ar-SA"/>
          </a:p>
        </p:txBody>
      </p:sp>
      <p:sp>
        <p:nvSpPr>
          <p:cNvPr id="23" name="Freeform 23"/>
          <p:cNvSpPr/>
          <p:nvPr/>
        </p:nvSpPr>
        <p:spPr>
          <a:xfrm>
            <a:off x="12125922" y="20411206"/>
            <a:ext cx="663080" cy="663080"/>
          </a:xfrm>
          <a:custGeom>
            <a:avLst/>
            <a:gdLst/>
            <a:ahLst/>
            <a:cxnLst/>
            <a:rect l="l" t="t" r="r" b="b"/>
            <a:pathLst>
              <a:path w="663080" h="663080">
                <a:moveTo>
                  <a:pt x="0" y="0"/>
                </a:moveTo>
                <a:lnTo>
                  <a:pt x="663080" y="0"/>
                </a:lnTo>
                <a:lnTo>
                  <a:pt x="663080" y="663080"/>
                </a:lnTo>
                <a:lnTo>
                  <a:pt x="0" y="66308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ar-SA"/>
          </a:p>
        </p:txBody>
      </p:sp>
      <p:sp>
        <p:nvSpPr>
          <p:cNvPr id="24" name="TextBox 24"/>
          <p:cNvSpPr txBox="1"/>
          <p:nvPr/>
        </p:nvSpPr>
        <p:spPr>
          <a:xfrm>
            <a:off x="133900" y="10088209"/>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الأدوات المستخدمة</a:t>
            </a:r>
          </a:p>
        </p:txBody>
      </p:sp>
      <p:sp>
        <p:nvSpPr>
          <p:cNvPr id="25" name="TextBox 25"/>
          <p:cNvSpPr txBox="1"/>
          <p:nvPr/>
        </p:nvSpPr>
        <p:spPr>
          <a:xfrm>
            <a:off x="7987385" y="7758735"/>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وصف الابتكار </a:t>
            </a:r>
          </a:p>
        </p:txBody>
      </p:sp>
      <p:sp>
        <p:nvSpPr>
          <p:cNvPr id="26" name="TextBox 26"/>
          <p:cNvSpPr txBox="1"/>
          <p:nvPr/>
        </p:nvSpPr>
        <p:spPr>
          <a:xfrm>
            <a:off x="8727415" y="12198096"/>
            <a:ext cx="514365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مزايا الابتكار</a:t>
            </a:r>
          </a:p>
        </p:txBody>
      </p:sp>
      <p:sp>
        <p:nvSpPr>
          <p:cNvPr id="27" name="TextBox 27"/>
          <p:cNvSpPr txBox="1"/>
          <p:nvPr/>
        </p:nvSpPr>
        <p:spPr>
          <a:xfrm>
            <a:off x="8017930" y="8554099"/>
            <a:ext cx="6562622" cy="989951"/>
          </a:xfrm>
          <a:prstGeom prst="rect">
            <a:avLst/>
          </a:prstGeom>
        </p:spPr>
        <p:txBody>
          <a:bodyPr lIns="0" tIns="0" rIns="0" bIns="0" rtlCol="0" anchor="t" wrap="square">
            <a:spAutoFit/>
          </a:bodyPr>
          <a:lstStyle/>
          <a:p>
            <a:pPr algn="r" rtl="1">
              <a:lnSpc>
                <a:spcPts val="3700"/>
              </a:lnSpc>
              <a:buNone/>
            </a:pPr>
            <a:r>
              <a:rPr lang="ar-SA" sz="2200" dirty="0">
                <a:solidFill>
                  <a:srgbClr val="000000"/>
                </a:solidFill>
                <a:latin typeface="Almarai"/>
                <a:ea typeface="Almarai"/>
                <a:cs typeface="Almarai"/>
                <a:sym typeface="Almarai"/>
                <a:rtl/>
              </a:rPr>
              <a:t>«ري» نظام زراعة ذكية بإنترنت الأشياء: جهاز استشعار ESP32 يقيس رطوبة التربة والإضاءة والحرارة، ويحوّل حالة كل زراعة إلى إيموجي ونغمة صوتية (سعيدة، عطشانة، حرّانة، بردانة، نائمة...) حسب القيم المثالية لنوع المحصول. تُحفظ القراءات في قاعدة بيانات MySQL على خادم XAMPP وتُعرض على موقع ويب وتطبيق أندرويد.</a:t>
            </a:r>
          </a:p>
        </p:txBody>
      </p:sp>
      <p:sp>
        <p:nvSpPr>
          <p:cNvPr id="28" name="TextBox 28"/>
          <p:cNvSpPr txBox="1"/>
          <p:nvPr/>
        </p:nvSpPr>
        <p:spPr>
          <a:xfrm>
            <a:off x="0" y="3849917"/>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صورة الابتكار </a:t>
            </a:r>
          </a:p>
        </p:txBody>
      </p:sp>
      <p:sp>
        <p:nvSpPr>
          <p:cNvPr id="29" name="TextBox 29"/>
          <p:cNvSpPr txBox="1"/>
          <p:nvPr/>
        </p:nvSpPr>
        <p:spPr>
          <a:xfrm>
            <a:off x="127000" y="914400"/>
            <a:ext cx="8128000" cy="1524000"/>
          </a:xfrm>
          <a:prstGeom prst="rect">
            <a:avLst/>
          </a:prstGeom>
        </p:spPr>
        <p:txBody>
          <a:bodyPr lIns="0" tIns="0" rIns="0" bIns="0" rtlCol="0" anchor="t" wrap="square">
            <a:spAutoFit/>
          </a:bodyPr>
          <a:lstStyle/>
          <a:p>
            <a:pPr algn="ctr" rtl="1">
              <a:lnSpc>
                <a:spcPts val="5600"/>
              </a:lnSpc>
              <a:buNone/>
            </a:pPr>
            <a:r>
              <a:rPr lang="ar-SA" sz="4400" b="1" dirty="0">
                <a:solidFill>
                  <a:srgbClr val="9F8B5D"/>
                </a:solidFill>
                <a:latin typeface="Almarai Bold"/>
                <a:ea typeface="Almarai Bold"/>
                <a:cs typeface="Almarai Bold"/>
                <a:sym typeface="Almarai Bold"/>
                <a:rtl/>
              </a:rPr>
              <a:t>ري (Rayy)</a:t>
            </a:r>
          </a:p>
          <a:p>
            <a:pPr algn="ctr" rtl="1">
              <a:lnSpc>
                <a:spcPts val="3200"/>
              </a:lnSpc>
              <a:buNone/>
            </a:pPr>
            <a:r>
              <a:rPr lang="ar-SA" sz="2200" b="1" dirty="0">
                <a:solidFill>
                  <a:srgbClr val="3A3326"/>
                </a:solidFill>
                <a:latin typeface="Almarai Bold"/>
                <a:ea typeface="Almarai Bold"/>
                <a:cs typeface="Almarai Bold"/>
                <a:sym typeface="Almarai Bold"/>
                <a:rtl/>
              </a:rPr>
              <a:t>زراعة ذكية تحوّل مشاعر المحاصيل إلى إيموجي وصوت</a:t>
            </a:r>
          </a:p>
        </p:txBody>
      </p:sp>
      <p:sp>
        <p:nvSpPr>
          <p:cNvPr id="31" name="TextBox 31"/>
          <p:cNvSpPr txBox="1"/>
          <p:nvPr/>
        </p:nvSpPr>
        <p:spPr>
          <a:xfrm>
            <a:off x="8318500" y="18892994"/>
            <a:ext cx="3680281" cy="410369"/>
          </a:xfrm>
          <a:prstGeom prst="rect">
            <a:avLst/>
          </a:prstGeom>
        </p:spPr>
        <p:txBody>
          <a:bodyPr lIns="0" tIns="0" rIns="0" bIns="0" rtlCol="0" anchor="t" wrap="square">
            <a:spAutoFit/>
          </a:bodyPr>
          <a:lstStyle/>
          <a:p>
            <a:pPr algn="r" rtl="1">
              <a:lnSpc>
                <a:spcPts val="3220"/>
              </a:lnSpc>
              <a:buNone/>
            </a:pPr>
            <a:r>
              <a:rPr lang="ar-SA" sz="2100" b="1" dirty="0">
                <a:solidFill>
                  <a:srgbClr val="000000"/>
                </a:solidFill>
                <a:latin typeface="Almarai Bold"/>
                <a:ea typeface="Almarai Bold"/>
                <a:cs typeface="Almarai Bold"/>
                <a:sym typeface="Almarai Bold"/>
                <a:rtl/>
              </a:rPr>
              <a:t>القائدة: حصه حازم الحازمي</a:t>
            </a:r>
          </a:p>
        </p:txBody>
      </p:sp>
      <p:sp>
        <p:nvSpPr>
          <p:cNvPr id="32" name="TextBox 32"/>
          <p:cNvSpPr txBox="1"/>
          <p:nvPr/>
        </p:nvSpPr>
        <p:spPr>
          <a:xfrm>
            <a:off x="8128000" y="19761200"/>
            <a:ext cx="4267200" cy="410369"/>
          </a:xfrm>
          <a:prstGeom prst="rect">
            <a:avLst/>
          </a:prstGeom>
        </p:spPr>
        <p:txBody>
          <a:bodyPr lIns="0" tIns="0" rIns="0" bIns="0" rtlCol="0" anchor="t" wrap="square">
            <a:spAutoFit/>
          </a:bodyPr>
          <a:lstStyle/>
          <a:p>
            <a:pPr algn="r" rtl="1">
              <a:lnSpc>
                <a:spcPts val="3220"/>
              </a:lnSpc>
              <a:buNone/>
            </a:pPr>
            <a:r>
              <a:rPr lang="ar-SA" sz="2100" b="1" dirty="0">
                <a:solidFill>
                  <a:srgbClr val="000000"/>
                </a:solidFill>
                <a:latin typeface="Almarai Bold"/>
                <a:ea typeface="Almarai Bold"/>
                <a:cs typeface="Almarai Bold"/>
                <a:sym typeface="Almarai Bold"/>
                <a:rtl/>
              </a:rPr>
              <a:t>جوال القائدة: 05xxxxxxxx</a:t>
            </a:r>
          </a:p>
        </p:txBody>
      </p:sp>
      <p:sp>
        <p:nvSpPr>
          <p:cNvPr id="33" name="TextBox 33"/>
          <p:cNvSpPr txBox="1"/>
          <p:nvPr/>
        </p:nvSpPr>
        <p:spPr>
          <a:xfrm>
            <a:off x="7556501" y="20600155"/>
            <a:ext cx="4359532" cy="410369"/>
          </a:xfrm>
          <a:prstGeom prst="rect">
            <a:avLst/>
          </a:prstGeom>
        </p:spPr>
        <p:txBody>
          <a:bodyPr wrap="square"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الكلية التقنية الرقمية للبنات بالرياض </a:t>
            </a:r>
            <a:endParaRPr lang="ar-EG" sz="2300" b="1" spc="-16" dirty="0">
              <a:latin typeface="Almarai Bold"/>
              <a:ea typeface="Almarai Bold"/>
              <a:cs typeface="Almarai Bold"/>
              <a:sym typeface="Almarai Bold"/>
              <a:rtl/>
            </a:endParaRPr>
          </a:p>
        </p:txBody>
      </p:sp>
      <p:sp>
        <p:nvSpPr>
          <p:cNvPr id="37" name="TextBox 37"/>
          <p:cNvSpPr txBox="1"/>
          <p:nvPr/>
        </p:nvSpPr>
        <p:spPr>
          <a:xfrm>
            <a:off x="8099772" y="12905114"/>
            <a:ext cx="6562622" cy="1515736"/>
          </a:xfrm>
          <a:prstGeom prst="rect">
            <a:avLst/>
          </a:prstGeom>
        </p:spPr>
        <p:txBody>
          <a:bodyPr lIns="0" tIns="0" rIns="0" bIns="0" rtlCol="0" anchor="t" wrap="square">
            <a:spAutoFit/>
          </a:bodyPr>
          <a:lstStyle/>
          <a:p>
            <a:pPr algn="r" rtl="1" marL="342900" indent="-342900">
              <a:lnSpc>
                <a:spcPts val="3500"/>
              </a:lnSpc>
              <a:spcAft>
                <a:spcPts val="300"/>
              </a:spcAft>
              <a:buClr>
                <a:srgbClr val="9F8B5D"/>
              </a:buClr>
              <a:buFont typeface="Arial"/>
              <a:buChar char="•"/>
            </a:pPr>
            <a:r>
              <a:rPr lang="ar-SA" sz="2200" dirty="0">
                <a:solidFill>
                  <a:srgbClr val="000000"/>
                </a:solidFill>
                <a:latin typeface="Almarai"/>
                <a:ea typeface="Almarai"/>
                <a:cs typeface="Almarai"/>
                <a:sym typeface="Almarai"/>
                <a:rtl/>
              </a:rPr>
              <a:t>إدارة </a:t>
            </a:r>
            <a:r>
              <a:rPr lang="ar-SA" sz="2200" b="1" dirty="0">
                <a:solidFill>
                  <a:srgbClr val="000000"/>
                </a:solidFill>
                <a:latin typeface="Almarai Bold"/>
                <a:ea typeface="Almarai Bold"/>
                <a:cs typeface="Almarai Bold"/>
                <a:sym typeface="Almarai Bold"/>
                <a:rtl/>
              </a:rPr>
              <a:t>عدة زراعات</a:t>
            </a:r>
            <a:r>
              <a:rPr lang="ar-SA" sz="2200" dirty="0">
                <a:solidFill>
                  <a:srgbClr val="000000"/>
                </a:solidFill>
                <a:latin typeface="Almarai"/>
                <a:ea typeface="Almarai"/>
                <a:cs typeface="Almarai"/>
                <a:sym typeface="Almarai"/>
                <a:rtl/>
              </a:rPr>
              <a:t> في حساب واحد مع </a:t>
            </a:r>
            <a:r>
              <a:rPr lang="ar-SA" sz="2200" b="1" dirty="0">
                <a:solidFill>
                  <a:srgbClr val="000000"/>
                </a:solidFill>
                <a:latin typeface="Almarai Bold"/>
                <a:ea typeface="Almarai Bold"/>
                <a:cs typeface="Almarai Bold"/>
                <a:sym typeface="Almarai Bold"/>
                <a:rtl/>
              </a:rPr>
              <a:t>12 نوع محصول</a:t>
            </a:r>
            <a:r>
              <a:rPr lang="ar-SA" sz="2200" dirty="0">
                <a:solidFill>
                  <a:srgbClr val="000000"/>
                </a:solidFill>
                <a:latin typeface="Almarai"/>
                <a:ea typeface="Almarai"/>
                <a:cs typeface="Almarai"/>
                <a:sym typeface="Almarai"/>
                <a:rtl/>
              </a:rPr>
              <a:t> بقيم مثالية جاهزة.</a:t>
            </a:r>
          </a:p>
          <a:p>
            <a:pPr algn="r" rtl="1" marL="342900" indent="-342900">
              <a:lnSpc>
                <a:spcPts val="3500"/>
              </a:lnSpc>
              <a:spcAft>
                <a:spcPts val="300"/>
              </a:spcAft>
              <a:buClr>
                <a:srgbClr val="9F8B5D"/>
              </a:buClr>
              <a:buFont typeface="Arial"/>
              <a:buChar char="•"/>
            </a:pPr>
            <a:r>
              <a:rPr lang="ar-SA" sz="2200" b="1" dirty="0">
                <a:solidFill>
                  <a:srgbClr val="000000"/>
                </a:solidFill>
                <a:latin typeface="Almarai Bold"/>
                <a:ea typeface="Almarai Bold"/>
                <a:cs typeface="Almarai Bold"/>
                <a:sym typeface="Almarai Bold"/>
                <a:rtl/>
              </a:rPr>
              <a:t>جهاز واحد يُنقل</a:t>
            </a:r>
            <a:r>
              <a:rPr lang="ar-SA" sz="2200" dirty="0">
                <a:solidFill>
                  <a:srgbClr val="000000"/>
                </a:solidFill>
                <a:latin typeface="Almarai"/>
                <a:ea typeface="Almarai"/>
                <a:cs typeface="Almarai"/>
                <a:sym typeface="Almarai"/>
                <a:rtl/>
              </a:rPr>
              <a:t> بين الزراعات مع حفظ سجل كل زراعة.</a:t>
            </a:r>
          </a:p>
          <a:p>
            <a:pPr algn="r" rtl="1" marL="342900" indent="-342900">
              <a:lnSpc>
                <a:spcPts val="3500"/>
              </a:lnSpc>
              <a:spcAft>
                <a:spcPts val="300"/>
              </a:spcAft>
              <a:buClr>
                <a:srgbClr val="9F8B5D"/>
              </a:buClr>
              <a:buFont typeface="Arial"/>
              <a:buChar char="•"/>
            </a:pPr>
            <a:r>
              <a:rPr lang="ar-SA" sz="2200" b="1" dirty="0">
                <a:solidFill>
                  <a:srgbClr val="000000"/>
                </a:solidFill>
                <a:latin typeface="Almarai Bold"/>
                <a:ea typeface="Almarai Bold"/>
                <a:cs typeface="Almarai Bold"/>
                <a:sym typeface="Almarai Bold"/>
                <a:rtl/>
              </a:rPr>
              <a:t>إيموجي ونغمات</a:t>
            </a:r>
            <a:r>
              <a:rPr lang="ar-SA" sz="2200" dirty="0">
                <a:solidFill>
                  <a:srgbClr val="000000"/>
                </a:solidFill>
                <a:latin typeface="Almarai"/>
                <a:ea typeface="Almarai"/>
                <a:cs typeface="Almarai"/>
                <a:sym typeface="Almarai"/>
                <a:rtl/>
              </a:rPr>
              <a:t> تجعل متابعة المحصول ممتعة وسهلة للجميع.</a:t>
            </a:r>
          </a:p>
          <a:p>
            <a:pPr algn="r" rtl="1" marL="342900" indent="-342900">
              <a:lnSpc>
                <a:spcPts val="3500"/>
              </a:lnSpc>
              <a:spcAft>
                <a:spcPts val="300"/>
              </a:spcAft>
              <a:buClr>
                <a:srgbClr val="9F8B5D"/>
              </a:buClr>
              <a:buFont typeface="Arial"/>
              <a:buChar char="•"/>
            </a:pPr>
            <a:r>
              <a:rPr lang="ar-SA" sz="2200" b="1" dirty="0">
                <a:solidFill>
                  <a:srgbClr val="000000"/>
                </a:solidFill>
                <a:latin typeface="Almarai Bold"/>
                <a:ea typeface="Almarai Bold"/>
                <a:cs typeface="Almarai Bold"/>
                <a:sym typeface="Almarai Bold"/>
                <a:rtl/>
              </a:rPr>
              <a:t>ترشيد المياه</a:t>
            </a:r>
            <a:r>
              <a:rPr lang="ar-SA" sz="2200" dirty="0">
                <a:solidFill>
                  <a:srgbClr val="000000"/>
                </a:solidFill>
                <a:latin typeface="Almarai"/>
                <a:ea typeface="Almarai"/>
                <a:cs typeface="Almarai"/>
                <a:sym typeface="Almarai"/>
                <a:rtl/>
              </a:rPr>
              <a:t> بالري عند الحاجة فقط حسب رطوبة التربة.</a:t>
            </a:r>
          </a:p>
          <a:p>
            <a:pPr algn="r" rtl="1" marL="342900" indent="-342900">
              <a:lnSpc>
                <a:spcPts val="3500"/>
              </a:lnSpc>
              <a:spcAft>
                <a:spcPts val="300"/>
              </a:spcAft>
              <a:buClr>
                <a:srgbClr val="9F8B5D"/>
              </a:buClr>
              <a:buFont typeface="Arial"/>
              <a:buChar char="•"/>
            </a:pPr>
            <a:r>
              <a:rPr lang="ar-SA" sz="2200" b="1" dirty="0">
                <a:solidFill>
                  <a:srgbClr val="000000"/>
                </a:solidFill>
                <a:latin typeface="Almarai Bold"/>
                <a:ea typeface="Almarai Bold"/>
                <a:cs typeface="Almarai Bold"/>
                <a:sym typeface="Almarai Bold"/>
                <a:rtl/>
              </a:rPr>
              <a:t>موقع ويب وتطبيق أندرويد</a:t>
            </a:r>
            <a:r>
              <a:rPr lang="ar-SA" sz="2200" dirty="0">
                <a:solidFill>
                  <a:srgbClr val="000000"/>
                </a:solidFill>
                <a:latin typeface="Almarai"/>
                <a:ea typeface="Almarai"/>
                <a:cs typeface="Almarai"/>
                <a:sym typeface="Almarai"/>
                <a:rtl/>
              </a:rPr>
              <a:t> بالعربية والإنجليزية مع صلاحيات للمدير.</a:t>
            </a:r>
          </a:p>
          <a:p>
            <a:pPr algn="r" rtl="1" marL="342900" indent="-342900">
              <a:lnSpc>
                <a:spcPts val="3500"/>
              </a:lnSpc>
              <a:spcAft>
                <a:spcPts val="300"/>
              </a:spcAft>
              <a:buClr>
                <a:srgbClr val="9F8B5D"/>
              </a:buClr>
              <a:buFont typeface="Arial"/>
              <a:buChar char="•"/>
            </a:pPr>
            <a:r>
              <a:rPr lang="ar-SA" sz="2200" b="1" dirty="0">
                <a:solidFill>
                  <a:srgbClr val="000000"/>
                </a:solidFill>
                <a:latin typeface="Almarai Bold"/>
                <a:ea typeface="Almarai Bold"/>
                <a:cs typeface="Almarai Bold"/>
                <a:sym typeface="Almarai Bold"/>
                <a:rtl/>
              </a:rPr>
              <a:t>تكلفة منخفضة</a:t>
            </a:r>
            <a:r>
              <a:rPr lang="ar-SA" sz="2200" dirty="0">
                <a:solidFill>
                  <a:srgbClr val="000000"/>
                </a:solidFill>
                <a:latin typeface="Almarai"/>
                <a:ea typeface="Almarai"/>
                <a:cs typeface="Almarai"/>
                <a:sym typeface="Almarai"/>
                <a:rtl/>
              </a:rPr>
              <a:t> (أقل من 320 ريال) ويعمل على شبكة محلية.</a:t>
            </a:r>
          </a:p>
        </p:txBody>
      </p:sp>
      <p:sp>
        <p:nvSpPr>
          <p:cNvPr id="134" name="Freeform 36">
            <a:extLst>
              <a:ext uri="{FF2B5EF4-FFF2-40B4-BE49-F238E27FC236}">
                <a16:creationId xmlns:a16="http://schemas.microsoft.com/office/drawing/2014/main" id="{16C6AB1F-256A-329C-CF3C-A92135A8E366}"/>
              </a:ext>
            </a:extLst>
          </p:cNvPr>
          <p:cNvSpPr/>
          <p:nvPr/>
        </p:nvSpPr>
        <p:spPr>
          <a:xfrm>
            <a:off x="14079299" y="12172859"/>
            <a:ext cx="454877" cy="638220"/>
          </a:xfrm>
          <a:custGeom>
            <a:avLst/>
            <a:gdLst/>
            <a:ahLst/>
            <a:cxnLst/>
            <a:rect l="l" t="t" r="r" b="b"/>
            <a:pathLst>
              <a:path w="454877" h="638220">
                <a:moveTo>
                  <a:pt x="0" y="0"/>
                </a:moveTo>
                <a:lnTo>
                  <a:pt x="454877" y="0"/>
                </a:lnTo>
                <a:lnTo>
                  <a:pt x="454877" y="638220"/>
                </a:lnTo>
                <a:lnTo>
                  <a:pt x="0" y="63822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36" name="Freeform 19">
            <a:extLst>
              <a:ext uri="{FF2B5EF4-FFF2-40B4-BE49-F238E27FC236}">
                <a16:creationId xmlns:a16="http://schemas.microsoft.com/office/drawing/2014/main" id="{875951CE-AE4F-3F73-A590-3A10FC9F26B5}"/>
              </a:ext>
            </a:extLst>
          </p:cNvPr>
          <p:cNvSpPr/>
          <p:nvPr/>
        </p:nvSpPr>
        <p:spPr>
          <a:xfrm>
            <a:off x="8854359" y="668475"/>
            <a:ext cx="5603420" cy="2147324"/>
          </a:xfrm>
          <a:custGeom>
            <a:avLst/>
            <a:gdLst/>
            <a:ahLst/>
            <a:cxnLst/>
            <a:rect l="l" t="t" r="r" b="b"/>
            <a:pathLst>
              <a:path w="4732483" h="1839826">
                <a:moveTo>
                  <a:pt x="0" y="0"/>
                </a:moveTo>
                <a:lnTo>
                  <a:pt x="4732482" y="0"/>
                </a:lnTo>
                <a:lnTo>
                  <a:pt x="4732482" y="1839826"/>
                </a:lnTo>
                <a:lnTo>
                  <a:pt x="0" y="1839826"/>
                </a:lnTo>
                <a:lnTo>
                  <a:pt x="0" y="0"/>
                </a:lnTo>
                <a:close/>
              </a:path>
            </a:pathLst>
          </a:custGeom>
          <a:blipFill>
            <a:blip r:embed="rId14">
              <a:extLst>
                <a:ext uri="{96DAC541-7B7A-43D3-8B79-37D633B846F1}">
                  <asvg:svgBlip xmlns:asvg="http://schemas.microsoft.com/office/drawing/2016/SVG/main" r:embed="rId15"/>
                </a:ext>
              </a:extLst>
            </a:blip>
            <a:stretch>
              <a:fillRect l="-7612" r="-10339"/>
            </a:stretch>
          </a:blipFill>
        </p:spPr>
        <p:txBody>
          <a:bodyPr/>
          <a:lstStyle/>
          <a:p>
            <a:endParaRPr lang="en-US"/>
          </a:p>
        </p:txBody>
      </p:sp>
      <p:grpSp>
        <p:nvGrpSpPr>
          <p:cNvPr id="137" name="Group 5">
            <a:extLst>
              <a:ext uri="{FF2B5EF4-FFF2-40B4-BE49-F238E27FC236}">
                <a16:creationId xmlns:a16="http://schemas.microsoft.com/office/drawing/2014/main" id="{D64B39EB-5BEF-9489-83AB-B8F9177050E8}"/>
              </a:ext>
            </a:extLst>
          </p:cNvPr>
          <p:cNvGrpSpPr>
            <a:grpSpLocks noChangeAspect="1"/>
          </p:cNvGrpSpPr>
          <p:nvPr/>
        </p:nvGrpSpPr>
        <p:grpSpPr>
          <a:xfrm>
            <a:off x="-19700" y="18437437"/>
            <a:ext cx="15120000" cy="134697"/>
            <a:chOff x="0" y="0"/>
            <a:chExt cx="21384006" cy="190500"/>
          </a:xfrm>
          <a:solidFill>
            <a:srgbClr val="9F8B5D"/>
          </a:solidFill>
        </p:grpSpPr>
        <p:sp>
          <p:nvSpPr>
            <p:cNvPr id="138" name="Freeform 6">
              <a:extLst>
                <a:ext uri="{FF2B5EF4-FFF2-40B4-BE49-F238E27FC236}">
                  <a16:creationId xmlns:a16="http://schemas.microsoft.com/office/drawing/2014/main" id="{B8FB6E0D-EA7C-D733-4329-13DE3CE74386}"/>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grpSp>
        <p:nvGrpSpPr>
          <p:cNvPr id="139" name="Group 5">
            <a:extLst>
              <a:ext uri="{FF2B5EF4-FFF2-40B4-BE49-F238E27FC236}">
                <a16:creationId xmlns:a16="http://schemas.microsoft.com/office/drawing/2014/main" id="{8357A6E7-008A-E606-D444-BF648A0C6B56}"/>
              </a:ext>
            </a:extLst>
          </p:cNvPr>
          <p:cNvGrpSpPr>
            <a:grpSpLocks noChangeAspect="1"/>
          </p:cNvGrpSpPr>
          <p:nvPr/>
        </p:nvGrpSpPr>
        <p:grpSpPr>
          <a:xfrm>
            <a:off x="12700" y="3394347"/>
            <a:ext cx="15120000" cy="134697"/>
            <a:chOff x="0" y="0"/>
            <a:chExt cx="21384006" cy="190500"/>
          </a:xfrm>
          <a:solidFill>
            <a:srgbClr val="9F8B5D"/>
          </a:solidFill>
        </p:grpSpPr>
        <p:sp>
          <p:nvSpPr>
            <p:cNvPr id="140" name="Freeform 6">
              <a:extLst>
                <a:ext uri="{FF2B5EF4-FFF2-40B4-BE49-F238E27FC236}">
                  <a16:creationId xmlns:a16="http://schemas.microsoft.com/office/drawing/2014/main" id="{9E4BEB39-BA3F-5226-310F-B2B89BC2C775}"/>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sp>
        <p:nvSpPr>
          <p:cNvPr id="13" name="TextBox 24">
            <a:extLst>
              <a:ext uri="{FF2B5EF4-FFF2-40B4-BE49-F238E27FC236}">
                <a16:creationId xmlns:a16="http://schemas.microsoft.com/office/drawing/2014/main" id="{4C3C93B5-804B-03E2-54B6-060AF581DCC3}"/>
              </a:ext>
            </a:extLst>
          </p:cNvPr>
          <p:cNvSpPr txBox="1"/>
          <p:nvPr/>
        </p:nvSpPr>
        <p:spPr>
          <a:xfrm>
            <a:off x="439838" y="15262268"/>
            <a:ext cx="6126062" cy="521552"/>
          </a:xfrm>
          <a:prstGeom prst="rect">
            <a:avLst/>
          </a:prstGeom>
        </p:spPr>
        <p:txBody>
          <a:bodyPr lIns="0" tIns="0" rIns="0" bIns="0" rtlCol="0" anchor="t">
            <a:spAutoFit/>
          </a:bodyPr>
          <a:lstStyle/>
          <a:p>
            <a:pPr algn="r" rtl="1">
              <a:lnSpc>
                <a:spcPts val="4153"/>
              </a:lnSpc>
            </a:pPr>
            <a:r>
              <a:rPr lang="ar-SA" sz="2966" b="1" spc="-20" dirty="0">
                <a:solidFill>
                  <a:srgbClr val="9F8B5D"/>
                </a:solidFill>
                <a:latin typeface="Almarai Bold"/>
                <a:ea typeface="Almarai Bold"/>
                <a:cs typeface="Almarai Bold"/>
                <a:sym typeface="Almarai Bold"/>
                <a:rtl/>
              </a:rPr>
              <a:t>التطوير المستقبلي</a:t>
            </a:r>
            <a:endParaRPr lang="ar-EG" sz="2966" b="1" spc="-20" dirty="0">
              <a:solidFill>
                <a:srgbClr val="9F8B5D"/>
              </a:solidFill>
              <a:latin typeface="Almarai Bold"/>
              <a:ea typeface="Almarai Bold"/>
              <a:cs typeface="Almarai Bold"/>
              <a:sym typeface="Almarai Bold"/>
              <a:rtl/>
            </a:endParaRPr>
          </a:p>
        </p:txBody>
      </p:sp>
      <p:sp>
        <p:nvSpPr>
          <p:cNvPr id="14" name="Freeform 13">
            <a:extLst>
              <a:ext uri="{FF2B5EF4-FFF2-40B4-BE49-F238E27FC236}">
                <a16:creationId xmlns:a16="http://schemas.microsoft.com/office/drawing/2014/main" id="{EC9BC47F-FCD3-6B7A-8496-5F64173F235E}"/>
              </a:ext>
            </a:extLst>
          </p:cNvPr>
          <p:cNvSpPr/>
          <p:nvPr/>
        </p:nvSpPr>
        <p:spPr>
          <a:xfrm>
            <a:off x="6757561" y="15186558"/>
            <a:ext cx="444336" cy="521552"/>
          </a:xfrm>
          <a:custGeom>
            <a:avLst/>
            <a:gdLst/>
            <a:ahLst/>
            <a:cxnLst/>
            <a:rect l="l" t="t" r="r" b="b"/>
            <a:pathLst>
              <a:path w="454877" h="454877">
                <a:moveTo>
                  <a:pt x="0" y="0"/>
                </a:moveTo>
                <a:lnTo>
                  <a:pt x="454877" y="0"/>
                </a:lnTo>
                <a:lnTo>
                  <a:pt x="454877" y="454877"/>
                </a:lnTo>
                <a:lnTo>
                  <a:pt x="0" y="45487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dirty="0"/>
          </a:p>
        </p:txBody>
      </p:sp>
      <p:sp>
        <p:nvSpPr>
          <p:cNvPr id="15" name="TextBox 37">
            <a:extLst>
              <a:ext uri="{FF2B5EF4-FFF2-40B4-BE49-F238E27FC236}">
                <a16:creationId xmlns:a16="http://schemas.microsoft.com/office/drawing/2014/main" id="{972260C1-6F04-3594-B9E6-5586224579F8}"/>
              </a:ext>
            </a:extLst>
          </p:cNvPr>
          <p:cNvSpPr txBox="1"/>
          <p:nvPr/>
        </p:nvSpPr>
        <p:spPr>
          <a:xfrm>
            <a:off x="520731" y="15833236"/>
            <a:ext cx="6562622" cy="989951"/>
          </a:xfrm>
          <a:prstGeom prst="rect">
            <a:avLst/>
          </a:prstGeom>
        </p:spPr>
        <p:txBody>
          <a:bodyPr lIns="0" tIns="0" rIns="0" bIns="0" rtlCol="0" anchor="t" wrap="square">
            <a:spAutoFit/>
          </a:bodyPr>
          <a:lstStyle/>
          <a:p>
            <a:pPr algn="r" rtl="1" marL="342900" indent="-342900">
              <a:lnSpc>
                <a:spcPts val="3400"/>
              </a:lnSpc>
              <a:buClr>
                <a:srgbClr val="9F8B5D"/>
              </a:buClr>
              <a:buFont typeface="Arial"/>
              <a:buChar char="•"/>
            </a:pPr>
            <a:r>
              <a:rPr lang="ar-SA" sz="2200" dirty="0">
                <a:solidFill>
                  <a:srgbClr val="000000"/>
                </a:solidFill>
                <a:latin typeface="Almarai"/>
                <a:ea typeface="Almarai"/>
                <a:cs typeface="Almarai"/>
                <a:sym typeface="Almarai"/>
                <a:rtl/>
              </a:rPr>
              <a:t>تشغيل الجهاز </a:t>
            </a:r>
            <a:r>
              <a:rPr lang="ar-SA" sz="2200" b="1" dirty="0">
                <a:solidFill>
                  <a:srgbClr val="000000"/>
                </a:solidFill>
                <a:latin typeface="Almarai Bold"/>
                <a:ea typeface="Almarai Bold"/>
                <a:cs typeface="Almarai Bold"/>
                <a:sym typeface="Almarai Bold"/>
                <a:rtl/>
              </a:rPr>
              <a:t>بالطاقة الشمسية</a:t>
            </a:r>
            <a:r>
              <a:rPr lang="ar-SA" sz="2200" dirty="0">
                <a:solidFill>
                  <a:srgbClr val="000000"/>
                </a:solidFill>
                <a:latin typeface="Almarai"/>
                <a:ea typeface="Almarai"/>
                <a:cs typeface="Almarai"/>
                <a:sym typeface="Almarai"/>
                <a:rtl/>
              </a:rPr>
              <a:t>.</a:t>
            </a:r>
          </a:p>
          <a:p>
            <a:pPr algn="r" rtl="1" marL="342900" indent="-342900">
              <a:lnSpc>
                <a:spcPts val="3400"/>
              </a:lnSpc>
              <a:buClr>
                <a:srgbClr val="9F8B5D"/>
              </a:buClr>
              <a:buFont typeface="Arial"/>
              <a:buChar char="•"/>
            </a:pPr>
            <a:r>
              <a:rPr lang="ar-SA" sz="2200" b="1" dirty="0">
                <a:solidFill>
                  <a:srgbClr val="000000"/>
                </a:solidFill>
                <a:latin typeface="Almarai Bold"/>
                <a:ea typeface="Almarai Bold"/>
                <a:cs typeface="Almarai Bold"/>
                <a:sym typeface="Almarai Bold"/>
                <a:rtl/>
              </a:rPr>
              <a:t>مضخة ري تلقائي</a:t>
            </a:r>
            <a:r>
              <a:rPr lang="ar-SA" sz="2200" dirty="0">
                <a:solidFill>
                  <a:srgbClr val="000000"/>
                </a:solidFill>
                <a:latin typeface="Almarai"/>
                <a:ea typeface="Almarai"/>
                <a:cs typeface="Almarai"/>
                <a:sym typeface="Almarai"/>
                <a:rtl/>
              </a:rPr>
              <a:t> تُشغَّل عند العطش.</a:t>
            </a:r>
          </a:p>
          <a:p>
            <a:pPr algn="r" rtl="1" marL="342900" indent="-342900">
              <a:lnSpc>
                <a:spcPts val="3400"/>
              </a:lnSpc>
              <a:buClr>
                <a:srgbClr val="9F8B5D"/>
              </a:buClr>
              <a:buFont typeface="Arial"/>
              <a:buChar char="•"/>
            </a:pPr>
            <a:r>
              <a:rPr lang="ar-SA" sz="2200" b="1" dirty="0">
                <a:solidFill>
                  <a:srgbClr val="000000"/>
                </a:solidFill>
                <a:latin typeface="Almarai Bold"/>
                <a:ea typeface="Almarai Bold"/>
                <a:cs typeface="Almarai Bold"/>
                <a:sym typeface="Almarai Bold"/>
                <a:rtl/>
              </a:rPr>
              <a:t>الذكاء الاصطناعي</a:t>
            </a:r>
            <a:r>
              <a:rPr lang="ar-SA" sz="2200" dirty="0">
                <a:solidFill>
                  <a:srgbClr val="000000"/>
                </a:solidFill>
                <a:latin typeface="Almarai"/>
                <a:ea typeface="Almarai"/>
                <a:cs typeface="Almarai"/>
                <a:sym typeface="Almarai"/>
                <a:rtl/>
              </a:rPr>
              <a:t> للتنبؤ باحتياج المحصول.</a:t>
            </a:r>
          </a:p>
          <a:p>
            <a:pPr algn="r" rtl="1" marL="342900" indent="-342900">
              <a:lnSpc>
                <a:spcPts val="3400"/>
              </a:lnSpc>
              <a:buClr>
                <a:srgbClr val="9F8B5D"/>
              </a:buClr>
              <a:buFont typeface="Arial"/>
              <a:buChar char="•"/>
            </a:pPr>
            <a:r>
              <a:rPr lang="ar-SA" sz="2200" b="1" dirty="0">
                <a:solidFill>
                  <a:srgbClr val="000000"/>
                </a:solidFill>
                <a:latin typeface="Almarai Bold"/>
                <a:ea typeface="Almarai Bold"/>
                <a:cs typeface="Almarai Bold"/>
                <a:sym typeface="Almarai Bold"/>
                <a:rtl/>
              </a:rPr>
              <a:t>إشعارات</a:t>
            </a:r>
            <a:r>
              <a:rPr lang="ar-SA" sz="2200" dirty="0">
                <a:solidFill>
                  <a:srgbClr val="000000"/>
                </a:solidFill>
                <a:latin typeface="Almarai"/>
                <a:ea typeface="Almarai"/>
                <a:cs typeface="Almarai"/>
                <a:sym typeface="Almarai"/>
                <a:rtl/>
              </a:rPr>
              <a:t> على الجوال ونشر الخادم على الإنترنت.</a:t>
            </a:r>
          </a:p>
        </p:txBody>
      </p:sp>
      <p:sp>
        <p:nvSpPr>
          <p:cNvPr id="16" name="TextBox 40">
            <a:extLst>
              <a:ext uri="{FF2B5EF4-FFF2-40B4-BE49-F238E27FC236}">
                <a16:creationId xmlns:a16="http://schemas.microsoft.com/office/drawing/2014/main" id="{01D88AF2-59F2-6E6A-FA15-BC52A119040F}"/>
              </a:ext>
            </a:extLst>
          </p:cNvPr>
          <p:cNvSpPr txBox="1"/>
          <p:nvPr/>
        </p:nvSpPr>
        <p:spPr>
          <a:xfrm>
            <a:off x="1973261" y="2268034"/>
            <a:ext cx="2112070" cy="509370"/>
          </a:xfrm>
          <a:prstGeom prst="rect">
            <a:avLst/>
          </a:prstGeom>
        </p:spPr>
        <p:txBody>
          <a:bodyPr wrap="square" lIns="0" tIns="0" rIns="0" bIns="0" rtlCol="0" anchor="t">
            <a:spAutoFit/>
          </a:bodyPr>
          <a:lstStyle/>
          <a:p>
            <a:pPr algn="ctr">
              <a:lnSpc>
                <a:spcPts val="4620"/>
              </a:lnSpc>
            </a:pPr>
            <a:r>
              <a:rPr lang="ar-SA" sz="2300" dirty="0">
                <a:latin typeface="Almarai"/>
                <a:ea typeface="Almarai"/>
                <a:cs typeface="Almarai"/>
                <a:sym typeface="Almarai"/>
              </a:rPr>
              <a:t>لا يوجد</a:t>
            </a:r>
            <a:endParaRPr lang="en-US" sz="2300" dirty="0">
              <a:latin typeface="Almarai"/>
              <a:ea typeface="Almarai"/>
              <a:cs typeface="Almarai"/>
              <a:sym typeface="Almarai"/>
            </a:endParaRPr>
          </a:p>
        </p:txBody>
      </p:sp>
      <p:sp>
        <p:nvSpPr>
          <p:cNvPr id="21" name="TextBox 43">
            <a:extLst>
              <a:ext uri="{FF2B5EF4-FFF2-40B4-BE49-F238E27FC236}">
                <a16:creationId xmlns:a16="http://schemas.microsoft.com/office/drawing/2014/main" id="{B43308D2-F59C-1FA9-EE9A-16956678E6E7}"/>
              </a:ext>
            </a:extLst>
          </p:cNvPr>
          <p:cNvSpPr txBox="1"/>
          <p:nvPr/>
        </p:nvSpPr>
        <p:spPr>
          <a:xfrm>
            <a:off x="4078431" y="2391065"/>
            <a:ext cx="2576369" cy="410369"/>
          </a:xfrm>
          <a:prstGeom prst="rect">
            <a:avLst/>
          </a:prstGeom>
        </p:spPr>
        <p:txBody>
          <a:bodyPr wrap="square" lIns="0" tIns="0" rIns="0" bIns="0" rtlCol="0" anchor="t">
            <a:spAutoFit/>
          </a:bodyPr>
          <a:lstStyle/>
          <a:p>
            <a:pPr algn="ctr" rtl="1">
              <a:lnSpc>
                <a:spcPts val="3219"/>
              </a:lnSpc>
            </a:pPr>
            <a:r>
              <a:rPr lang="ar-EG" sz="2299" b="1" dirty="0">
                <a:solidFill>
                  <a:srgbClr val="9F8B5D"/>
                </a:solidFill>
                <a:latin typeface="Almarai Bold"/>
                <a:ea typeface="Almarai Bold"/>
                <a:cs typeface="Almarai Bold"/>
                <a:sym typeface="Almarai Bold"/>
                <a:rtl/>
              </a:rPr>
              <a:t>رقم براءة الاختراع</a:t>
            </a:r>
          </a:p>
        </p:txBody>
      </p:sp>
      <p:sp>
        <p:nvSpPr>
          <p:cNvPr id="30" name="سداسي 29">
            <a:extLst>
              <a:ext uri="{FF2B5EF4-FFF2-40B4-BE49-F238E27FC236}">
                <a16:creationId xmlns:a16="http://schemas.microsoft.com/office/drawing/2014/main" id="{6144B987-C9CC-F092-8557-0060058DB86F}"/>
              </a:ext>
            </a:extLst>
          </p:cNvPr>
          <p:cNvSpPr/>
          <p:nvPr/>
        </p:nvSpPr>
        <p:spPr>
          <a:xfrm>
            <a:off x="1973255" y="2322893"/>
            <a:ext cx="2071213" cy="554741"/>
          </a:xfrm>
          <a:prstGeom prst="hexagon">
            <a:avLst/>
          </a:prstGeom>
          <a:noFill/>
          <a:ln w="38100">
            <a:solidFill>
              <a:srgbClr val="9F8B5D"/>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en-US"/>
          </a:p>
        </p:txBody>
      </p:sp>
      <p:sp>
        <p:nvSpPr>
          <p:cNvPr id="5" name="Freeform 11">
            <a:extLst>
              <a:ext uri="{FF2B5EF4-FFF2-40B4-BE49-F238E27FC236}">
                <a16:creationId xmlns:a16="http://schemas.microsoft.com/office/drawing/2014/main" id="{EAD88A8F-8A04-4D72-9275-E2326D946E7C}"/>
              </a:ext>
            </a:extLst>
          </p:cNvPr>
          <p:cNvSpPr/>
          <p:nvPr/>
        </p:nvSpPr>
        <p:spPr>
          <a:xfrm>
            <a:off x="14011261" y="3737111"/>
            <a:ext cx="549139" cy="549139"/>
          </a:xfrm>
          <a:custGeom>
            <a:avLst/>
            <a:gdLst/>
            <a:ahLst/>
            <a:cxnLst/>
            <a:rect l="l" t="t" r="r" b="b"/>
            <a:pathLst>
              <a:path w="549139" h="549139">
                <a:moveTo>
                  <a:pt x="0" y="0"/>
                </a:moveTo>
                <a:lnTo>
                  <a:pt x="549140" y="0"/>
                </a:lnTo>
                <a:lnTo>
                  <a:pt x="549140" y="549139"/>
                </a:lnTo>
                <a:lnTo>
                  <a:pt x="0" y="5491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6" name="TextBox 16">
            <a:extLst>
              <a:ext uri="{FF2B5EF4-FFF2-40B4-BE49-F238E27FC236}">
                <a16:creationId xmlns:a16="http://schemas.microsoft.com/office/drawing/2014/main" id="{3F63DEAF-F49F-067A-4E14-F049A3853483}"/>
              </a:ext>
            </a:extLst>
          </p:cNvPr>
          <p:cNvSpPr txBox="1"/>
          <p:nvPr/>
        </p:nvSpPr>
        <p:spPr>
          <a:xfrm>
            <a:off x="7521618" y="3740808"/>
            <a:ext cx="6428804"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تعريف المشكلة</a:t>
            </a:r>
          </a:p>
        </p:txBody>
      </p:sp>
      <p:sp>
        <p:nvSpPr>
          <p:cNvPr id="12" name="TextBox 27">
            <a:extLst>
              <a:ext uri="{FF2B5EF4-FFF2-40B4-BE49-F238E27FC236}">
                <a16:creationId xmlns:a16="http://schemas.microsoft.com/office/drawing/2014/main" id="{6E74E57C-516E-51A8-8950-6D69107191A1}"/>
              </a:ext>
            </a:extLst>
          </p:cNvPr>
          <p:cNvSpPr txBox="1"/>
          <p:nvPr/>
        </p:nvSpPr>
        <p:spPr>
          <a:xfrm>
            <a:off x="8170330" y="4286250"/>
            <a:ext cx="6562622" cy="989951"/>
          </a:xfrm>
          <a:prstGeom prst="rect">
            <a:avLst/>
          </a:prstGeom>
        </p:spPr>
        <p:txBody>
          <a:bodyPr lIns="0" tIns="0" rIns="0" bIns="0" rtlCol="0" anchor="t" wrap="square">
            <a:spAutoFit/>
          </a:bodyPr>
          <a:lstStyle/>
          <a:p>
            <a:pPr algn="r" rtl="1">
              <a:lnSpc>
                <a:spcPts val="3700"/>
              </a:lnSpc>
              <a:buNone/>
            </a:pPr>
            <a:r>
              <a:rPr lang="ar-SA" sz="2200" dirty="0">
                <a:solidFill>
                  <a:srgbClr val="000000"/>
                </a:solidFill>
                <a:latin typeface="Almarai"/>
                <a:ea typeface="Almarai"/>
                <a:cs typeface="Almarai"/>
                <a:sym typeface="Almarai"/>
                <a:rtl/>
              </a:rPr>
              <a:t>يصعب على المزارع ومحب الزراعة معرفة احتياج كل محصول من الماء والحرارة والإضاءة في الوقت المناسب، فيتلف المحصول بسبب العطش أو الإفراط في الري أو الحر والبرد، ويُهدر الماء بالري العشوائي، ولا توجد طريقة بسيطة وممتعة لمتابعة عدة زراعات عن بُعد.</a:t>
            </a:r>
          </a:p>
        </p:txBody>
      </p:sp>
      <p:sp>
        <p:nvSpPr>
          <p:cNvPr id="901" name="Freeform 11">
            <a:extLst>
              <a:ext uri="{FF2B5EF4-FFF2-40B4-BE49-F238E27FC236}">
                <a16:creationId xmlns:a16="http://schemas.microsoft.com/office/drawing/2014/main" id="{AAEDBC5D-01EA-8EBD-75FD-23E7A8F5894F}"/>
              </a:ext>
            </a:extLst>
          </p:cNvPr>
          <p:cNvSpPr/>
          <p:nvPr/>
        </p:nvSpPr>
        <p:spPr>
          <a:xfrm>
            <a:off x="6731000" y="1884680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900" name="TextBox 30">
            <a:extLst>
              <a:ext uri="{FF2B5EF4-FFF2-40B4-BE49-F238E27FC236}">
                <a16:creationId xmlns:a16="http://schemas.microsoft.com/office/drawing/2014/main" id="{12245288-48DD-16E0-6449-70F6E50C79C8}"/>
              </a:ext>
            </a:extLst>
          </p:cNvPr>
          <p:cNvSpPr txBox="1"/>
          <p:nvPr/>
        </p:nvSpPr>
        <p:spPr>
          <a:xfrm>
            <a:off x="3708400" y="18923000"/>
            <a:ext cx="2946400" cy="415972"/>
          </a:xfrm>
          <a:prstGeom prst="rect">
            <a:avLst/>
          </a:prstGeom>
        </p:spPr>
        <p:txBody>
          <a:bodyPr lIns="0" tIns="0" rIns="0" bIns="0" rtlCol="0" anchor="t">
            <a:spAutoFit/>
          </a:bodyPr>
          <a:lstStyle/>
          <a:p>
            <a:pPr algn="r" rtl="1">
              <a:lnSpc>
                <a:spcPts val="3000"/>
              </a:lnSpc>
              <a:buNone/>
            </a:pPr>
            <a:r>
              <a:rPr lang="ar-SA" sz="1900" b="1" dirty="0">
                <a:solidFill>
                  <a:srgbClr val="000000"/>
                </a:solidFill>
                <a:latin typeface="Almarai Bold"/>
                <a:ea typeface="Almarai Bold"/>
                <a:cs typeface="Almarai Bold"/>
                <a:sym typeface="Almarai Bold"/>
                <a:rtl/>
              </a:rPr>
              <a:t>لمياء سعد الحرب</a:t>
            </a:r>
          </a:p>
        </p:txBody>
      </p:sp>
      <p:sp>
        <p:nvSpPr>
          <p:cNvPr id="903" name="Freeform 12">
            <a:extLst>
              <a:ext uri="{FF2B5EF4-FFF2-40B4-BE49-F238E27FC236}">
                <a16:creationId xmlns:a16="http://schemas.microsoft.com/office/drawing/2014/main" id="{798876FB-E590-3C03-C884-8B70C04B4635}"/>
              </a:ext>
            </a:extLst>
          </p:cNvPr>
          <p:cNvSpPr/>
          <p:nvPr/>
        </p:nvSpPr>
        <p:spPr>
          <a:xfrm>
            <a:off x="6731000" y="1955800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902" name="TextBox 30">
            <a:extLst>
              <a:ext uri="{FF2B5EF4-FFF2-40B4-BE49-F238E27FC236}">
                <a16:creationId xmlns:a16="http://schemas.microsoft.com/office/drawing/2014/main" id="{E5C0B747-CC90-CEAF-E648-134AF3722D12}"/>
              </a:ext>
            </a:extLst>
          </p:cNvPr>
          <p:cNvSpPr txBox="1"/>
          <p:nvPr/>
        </p:nvSpPr>
        <p:spPr>
          <a:xfrm>
            <a:off x="3708400" y="19634200"/>
            <a:ext cx="2946400" cy="415972"/>
          </a:xfrm>
          <a:prstGeom prst="rect">
            <a:avLst/>
          </a:prstGeom>
        </p:spPr>
        <p:txBody>
          <a:bodyPr lIns="0" tIns="0" rIns="0" bIns="0" rtlCol="0" anchor="t">
            <a:spAutoFit/>
          </a:bodyPr>
          <a:lstStyle/>
          <a:p>
            <a:pPr algn="r" rtl="1">
              <a:lnSpc>
                <a:spcPts val="3000"/>
              </a:lnSpc>
              <a:buNone/>
            </a:pPr>
            <a:r>
              <a:rPr lang="ar-SA" sz="1900" b="1" dirty="0">
                <a:solidFill>
                  <a:srgbClr val="000000"/>
                </a:solidFill>
                <a:latin typeface="Almarai Bold"/>
                <a:ea typeface="Almarai Bold"/>
                <a:cs typeface="Almarai Bold"/>
                <a:sym typeface="Almarai Bold"/>
                <a:rtl/>
              </a:rPr>
              <a:t>شهد ناهس فريح الحربي</a:t>
            </a:r>
          </a:p>
        </p:txBody>
      </p:sp>
      <p:sp>
        <p:nvSpPr>
          <p:cNvPr id="905" name="Freeform 12">
            <a:extLst>
              <a:ext uri="{FF2B5EF4-FFF2-40B4-BE49-F238E27FC236}">
                <a16:creationId xmlns:a16="http://schemas.microsoft.com/office/drawing/2014/main" id="{AD7F8415-D08C-0430-1DF9-57F3F397A489}"/>
              </a:ext>
            </a:extLst>
          </p:cNvPr>
          <p:cNvSpPr/>
          <p:nvPr/>
        </p:nvSpPr>
        <p:spPr>
          <a:xfrm>
            <a:off x="6731000" y="2026920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904" name="TextBox 30">
            <a:extLst>
              <a:ext uri="{FF2B5EF4-FFF2-40B4-BE49-F238E27FC236}">
                <a16:creationId xmlns:a16="http://schemas.microsoft.com/office/drawing/2014/main" id="{49B8C32C-805D-1360-50E1-0631E1BC8D45}"/>
              </a:ext>
            </a:extLst>
          </p:cNvPr>
          <p:cNvSpPr txBox="1"/>
          <p:nvPr/>
        </p:nvSpPr>
        <p:spPr>
          <a:xfrm>
            <a:off x="3708400" y="20345400"/>
            <a:ext cx="2946400" cy="415972"/>
          </a:xfrm>
          <a:prstGeom prst="rect">
            <a:avLst/>
          </a:prstGeom>
        </p:spPr>
        <p:txBody>
          <a:bodyPr lIns="0" tIns="0" rIns="0" bIns="0" rtlCol="0" anchor="t">
            <a:spAutoFit/>
          </a:bodyPr>
          <a:lstStyle/>
          <a:p>
            <a:pPr algn="r" rtl="1">
              <a:lnSpc>
                <a:spcPts val="3000"/>
              </a:lnSpc>
              <a:buNone/>
            </a:pPr>
            <a:r>
              <a:rPr lang="ar-SA" sz="1900" b="1" dirty="0">
                <a:solidFill>
                  <a:srgbClr val="000000"/>
                </a:solidFill>
                <a:latin typeface="Almarai Bold"/>
                <a:ea typeface="Almarai Bold"/>
                <a:cs typeface="Almarai Bold"/>
                <a:sym typeface="Almarai Bold"/>
                <a:rtl/>
              </a:rPr>
              <a:t>وجدان إبراهيم الفاضل</a:t>
            </a:r>
          </a:p>
        </p:txBody>
      </p:sp>
      <p:sp>
        <p:nvSpPr>
          <p:cNvPr id="907" name="Freeform 12">
            <a:extLst>
              <a:ext uri="{FF2B5EF4-FFF2-40B4-BE49-F238E27FC236}">
                <a16:creationId xmlns:a16="http://schemas.microsoft.com/office/drawing/2014/main" id="{51CB585B-60E9-00D0-FBD1-63D8B7C42ADC}"/>
              </a:ext>
            </a:extLst>
          </p:cNvPr>
          <p:cNvSpPr/>
          <p:nvPr/>
        </p:nvSpPr>
        <p:spPr>
          <a:xfrm>
            <a:off x="3175000" y="1884680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906" name="TextBox 30">
            <a:extLst>
              <a:ext uri="{FF2B5EF4-FFF2-40B4-BE49-F238E27FC236}">
                <a16:creationId xmlns:a16="http://schemas.microsoft.com/office/drawing/2014/main" id="{23638ADA-DB84-E38E-D2B9-DDA57F76294F}"/>
              </a:ext>
            </a:extLst>
          </p:cNvPr>
          <p:cNvSpPr txBox="1"/>
          <p:nvPr/>
        </p:nvSpPr>
        <p:spPr>
          <a:xfrm>
            <a:off x="152400" y="18923000"/>
            <a:ext cx="2946400" cy="415972"/>
          </a:xfrm>
          <a:prstGeom prst="rect">
            <a:avLst/>
          </a:prstGeom>
        </p:spPr>
        <p:txBody>
          <a:bodyPr lIns="0" tIns="0" rIns="0" bIns="0" rtlCol="0" anchor="t">
            <a:spAutoFit/>
          </a:bodyPr>
          <a:lstStyle/>
          <a:p>
            <a:pPr algn="r" rtl="1">
              <a:lnSpc>
                <a:spcPts val="3000"/>
              </a:lnSpc>
              <a:buNone/>
            </a:pPr>
            <a:r>
              <a:rPr lang="ar-SA" sz="1900" b="1" dirty="0">
                <a:solidFill>
                  <a:srgbClr val="000000"/>
                </a:solidFill>
                <a:latin typeface="Almarai Bold"/>
                <a:ea typeface="Almarai Bold"/>
                <a:cs typeface="Almarai Bold"/>
                <a:sym typeface="Almarai Bold"/>
                <a:rtl/>
              </a:rPr>
              <a:t>دانه عبدالرحمن العلياني</a:t>
            </a:r>
          </a:p>
        </p:txBody>
      </p:sp>
      <p:sp>
        <p:nvSpPr>
          <p:cNvPr id="909" name="Freeform 11">
            <a:extLst>
              <a:ext uri="{FF2B5EF4-FFF2-40B4-BE49-F238E27FC236}">
                <a16:creationId xmlns:a16="http://schemas.microsoft.com/office/drawing/2014/main" id="{AAEDBC5D-01EA-8EBD-75FD-23E7A8F5894F}"/>
              </a:ext>
            </a:extLst>
          </p:cNvPr>
          <p:cNvSpPr/>
          <p:nvPr/>
        </p:nvSpPr>
        <p:spPr>
          <a:xfrm>
            <a:off x="3175000" y="1955800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SA"/>
          </a:p>
        </p:txBody>
      </p:sp>
      <p:sp>
        <p:nvSpPr>
          <p:cNvPr id="908" name="TextBox 30">
            <a:extLst>
              <a:ext uri="{FF2B5EF4-FFF2-40B4-BE49-F238E27FC236}">
                <a16:creationId xmlns:a16="http://schemas.microsoft.com/office/drawing/2014/main" id="{12245288-48DD-16E0-6449-70F6E50C79C8}"/>
              </a:ext>
            </a:extLst>
          </p:cNvPr>
          <p:cNvSpPr txBox="1"/>
          <p:nvPr/>
        </p:nvSpPr>
        <p:spPr>
          <a:xfrm>
            <a:off x="152400" y="19634200"/>
            <a:ext cx="2946400" cy="415972"/>
          </a:xfrm>
          <a:prstGeom prst="rect">
            <a:avLst/>
          </a:prstGeom>
        </p:spPr>
        <p:txBody>
          <a:bodyPr lIns="0" tIns="0" rIns="0" bIns="0" rtlCol="0" anchor="t">
            <a:spAutoFit/>
          </a:bodyPr>
          <a:lstStyle/>
          <a:p>
            <a:pPr algn="r" rtl="1">
              <a:lnSpc>
                <a:spcPts val="3000"/>
              </a:lnSpc>
              <a:buNone/>
            </a:pPr>
            <a:r>
              <a:rPr lang="ar-SA" sz="1900" b="1" dirty="0">
                <a:solidFill>
                  <a:srgbClr val="000000"/>
                </a:solidFill>
                <a:latin typeface="Almarai Bold"/>
                <a:ea typeface="Almarai Bold"/>
                <a:cs typeface="Almarai Bold"/>
                <a:sym typeface="Almarai Bold"/>
                <a:rtl/>
              </a:rPr>
              <a:t>هدى مسعد العتيبي</a:t>
            </a:r>
          </a:p>
        </p:txBody>
      </p:sp>
      <p:pic>
        <p:nvPicPr>
          <p:cNvPr id="950" name="صورة الابتكار" descr="صورة الابتكار"/>
          <p:cNvPicPr>
            <a:picLocks noChangeAspect="1"/>
          </p:cNvPicPr>
          <p:nvPr/>
        </p:nvPicPr>
        <p:blipFill>
          <a:blip r:embed="rId90"/>
          <a:stretch>
            <a:fillRect/>
          </a:stretch>
        </p:blipFill>
        <p:spPr>
          <a:xfrm>
            <a:off x="190500" y="5143500"/>
            <a:ext cx="7175500" cy="4125912"/>
          </a:xfrm>
          <a:prstGeom prst="rect">
            <a:avLst/>
          </a:prstGeom>
        </p:spPr>
      </p:pic>
      <p:pic>
        <p:nvPicPr>
          <p:cNvPr id="951" name="الأدوات المستخدمة" descr="الأدوات المستخدمة"/>
          <p:cNvPicPr>
            <a:picLocks noChangeAspect="1"/>
          </p:cNvPicPr>
          <p:nvPr/>
        </p:nvPicPr>
        <p:blipFill>
          <a:blip r:embed="rId91"/>
          <a:stretch>
            <a:fillRect/>
          </a:stretch>
        </p:blipFill>
        <p:spPr>
          <a:xfrm>
            <a:off x="279400" y="10795000"/>
            <a:ext cx="6985000" cy="40667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1176</TotalTime>
  <Words>108</Words>
  <Application>Microsoft Office PowerPoint</Application>
  <PresentationFormat>مخصص</PresentationFormat>
  <Paragraphs>20</Paragraphs>
  <Slides>1</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vt:i4>
      </vt:variant>
    </vt:vector>
  </HeadingPairs>
  <TitlesOfParts>
    <vt:vector size="7" baseType="lpstr">
      <vt:lpstr>Arial</vt:lpstr>
      <vt:lpstr>Almarai Bold</vt:lpstr>
      <vt:lpstr>Almarai</vt:lpstr>
      <vt:lpstr>Calibri</vt:lpstr>
      <vt:lpstr>Aptos</vt:lpstr>
      <vt:lpstr>Office Theme</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sara</dc:creator>
  <cp:revision>1</cp:revision>
  <dcterms:created xsi:type="dcterms:W3CDTF">2006-08-16T00:00:00Z</dcterms:created>
  <dcterms:modified xsi:type="dcterms:W3CDTF">2025-04-09T05:33:44Z</dcterms:modified>
  <dc:identifier>DAGYSpS8GME</dc:identifier>
</cp:coreProperties>
</file>